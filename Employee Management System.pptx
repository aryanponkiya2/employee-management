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44728" y="10161523"/>
            <a:ext cx="186055" cy="185420"/>
          </a:xfrm>
          <a:custGeom>
            <a:avLst/>
            <a:gdLst/>
            <a:ahLst/>
            <a:cxnLst/>
            <a:rect l="l" t="t" r="r" b="b"/>
            <a:pathLst>
              <a:path w="186054" h="185420">
                <a:moveTo>
                  <a:pt x="185623" y="129540"/>
                </a:moveTo>
                <a:lnTo>
                  <a:pt x="56388" y="129540"/>
                </a:lnTo>
                <a:lnTo>
                  <a:pt x="56388" y="0"/>
                </a:lnTo>
                <a:lnTo>
                  <a:pt x="0" y="0"/>
                </a:lnTo>
                <a:lnTo>
                  <a:pt x="0" y="129540"/>
                </a:lnTo>
                <a:lnTo>
                  <a:pt x="0" y="185420"/>
                </a:lnTo>
                <a:lnTo>
                  <a:pt x="185623" y="185420"/>
                </a:lnTo>
                <a:lnTo>
                  <a:pt x="185623" y="12954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304800" y="10161523"/>
            <a:ext cx="226060" cy="224790"/>
          </a:xfrm>
          <a:custGeom>
            <a:avLst/>
            <a:gdLst/>
            <a:ahLst/>
            <a:cxnLst/>
            <a:rect l="l" t="t" r="r" b="b"/>
            <a:pathLst>
              <a:path w="226059" h="224790">
                <a:moveTo>
                  <a:pt x="135940" y="29210"/>
                </a:moveTo>
                <a:lnTo>
                  <a:pt x="6705" y="29210"/>
                </a:lnTo>
                <a:lnTo>
                  <a:pt x="6705" y="0"/>
                </a:lnTo>
                <a:lnTo>
                  <a:pt x="0" y="0"/>
                </a:lnTo>
                <a:lnTo>
                  <a:pt x="0" y="29210"/>
                </a:lnTo>
                <a:lnTo>
                  <a:pt x="0" y="36830"/>
                </a:lnTo>
                <a:lnTo>
                  <a:pt x="135940" y="36830"/>
                </a:lnTo>
                <a:lnTo>
                  <a:pt x="135940" y="29210"/>
                </a:lnTo>
                <a:close/>
              </a:path>
              <a:path w="226059" h="224790">
                <a:moveTo>
                  <a:pt x="225552" y="218440"/>
                </a:moveTo>
                <a:lnTo>
                  <a:pt x="185623" y="218440"/>
                </a:lnTo>
                <a:lnTo>
                  <a:pt x="185623" y="86360"/>
                </a:lnTo>
                <a:lnTo>
                  <a:pt x="185623" y="78740"/>
                </a:lnTo>
                <a:lnTo>
                  <a:pt x="146608" y="78740"/>
                </a:lnTo>
                <a:lnTo>
                  <a:pt x="146608" y="29210"/>
                </a:lnTo>
                <a:lnTo>
                  <a:pt x="139293" y="29210"/>
                </a:lnTo>
                <a:lnTo>
                  <a:pt x="139293" y="78740"/>
                </a:lnTo>
                <a:lnTo>
                  <a:pt x="0" y="78740"/>
                </a:lnTo>
                <a:lnTo>
                  <a:pt x="0" y="86360"/>
                </a:lnTo>
                <a:lnTo>
                  <a:pt x="0" y="218440"/>
                </a:lnTo>
                <a:lnTo>
                  <a:pt x="0" y="224790"/>
                </a:lnTo>
                <a:lnTo>
                  <a:pt x="135940" y="224790"/>
                </a:lnTo>
                <a:lnTo>
                  <a:pt x="135940" y="218440"/>
                </a:lnTo>
                <a:lnTo>
                  <a:pt x="6705" y="218440"/>
                </a:lnTo>
                <a:lnTo>
                  <a:pt x="6705" y="86360"/>
                </a:lnTo>
                <a:lnTo>
                  <a:pt x="139293" y="86360"/>
                </a:lnTo>
                <a:lnTo>
                  <a:pt x="139293" y="218440"/>
                </a:lnTo>
                <a:lnTo>
                  <a:pt x="139293" y="224790"/>
                </a:lnTo>
                <a:lnTo>
                  <a:pt x="146608" y="224790"/>
                </a:lnTo>
                <a:lnTo>
                  <a:pt x="146608" y="218440"/>
                </a:lnTo>
                <a:lnTo>
                  <a:pt x="146608" y="86360"/>
                </a:lnTo>
                <a:lnTo>
                  <a:pt x="179222" y="86360"/>
                </a:lnTo>
                <a:lnTo>
                  <a:pt x="179222" y="218440"/>
                </a:lnTo>
                <a:lnTo>
                  <a:pt x="179222" y="224790"/>
                </a:lnTo>
                <a:lnTo>
                  <a:pt x="225552" y="224790"/>
                </a:lnTo>
                <a:lnTo>
                  <a:pt x="225552" y="218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44728" y="344423"/>
            <a:ext cx="186055" cy="185420"/>
          </a:xfrm>
          <a:custGeom>
            <a:avLst/>
            <a:gdLst/>
            <a:ahLst/>
            <a:cxnLst/>
            <a:rect l="l" t="t" r="r" b="b"/>
            <a:pathLst>
              <a:path w="186054" h="185420">
                <a:moveTo>
                  <a:pt x="185623" y="0"/>
                </a:moveTo>
                <a:lnTo>
                  <a:pt x="0" y="0"/>
                </a:lnTo>
                <a:lnTo>
                  <a:pt x="0" y="55880"/>
                </a:lnTo>
                <a:lnTo>
                  <a:pt x="0" y="185420"/>
                </a:lnTo>
                <a:lnTo>
                  <a:pt x="56388" y="185420"/>
                </a:lnTo>
                <a:lnTo>
                  <a:pt x="56388" y="55880"/>
                </a:lnTo>
                <a:lnTo>
                  <a:pt x="185623" y="55880"/>
                </a:lnTo>
                <a:lnTo>
                  <a:pt x="18562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04800" y="303783"/>
            <a:ext cx="226060" cy="226060"/>
          </a:xfrm>
          <a:custGeom>
            <a:avLst/>
            <a:gdLst/>
            <a:ahLst/>
            <a:cxnLst/>
            <a:rect l="l" t="t" r="r" b="b"/>
            <a:pathLst>
              <a:path w="226059" h="226059">
                <a:moveTo>
                  <a:pt x="195681" y="139700"/>
                </a:moveTo>
                <a:lnTo>
                  <a:pt x="146608" y="139700"/>
                </a:lnTo>
                <a:lnTo>
                  <a:pt x="146608" y="135890"/>
                </a:lnTo>
                <a:lnTo>
                  <a:pt x="146608" y="7620"/>
                </a:lnTo>
                <a:lnTo>
                  <a:pt x="146608" y="0"/>
                </a:lnTo>
                <a:lnTo>
                  <a:pt x="0" y="0"/>
                </a:lnTo>
                <a:lnTo>
                  <a:pt x="0" y="7620"/>
                </a:lnTo>
                <a:lnTo>
                  <a:pt x="0" y="135890"/>
                </a:lnTo>
                <a:lnTo>
                  <a:pt x="6705" y="135890"/>
                </a:lnTo>
                <a:lnTo>
                  <a:pt x="6705" y="7620"/>
                </a:lnTo>
                <a:lnTo>
                  <a:pt x="139293" y="7620"/>
                </a:lnTo>
                <a:lnTo>
                  <a:pt x="139293" y="135890"/>
                </a:lnTo>
                <a:lnTo>
                  <a:pt x="139293" y="139700"/>
                </a:lnTo>
                <a:lnTo>
                  <a:pt x="0" y="139700"/>
                </a:lnTo>
                <a:lnTo>
                  <a:pt x="0" y="147320"/>
                </a:lnTo>
                <a:lnTo>
                  <a:pt x="139293" y="147320"/>
                </a:lnTo>
                <a:lnTo>
                  <a:pt x="139293" y="179070"/>
                </a:lnTo>
                <a:lnTo>
                  <a:pt x="0" y="179070"/>
                </a:lnTo>
                <a:lnTo>
                  <a:pt x="0" y="186690"/>
                </a:lnTo>
                <a:lnTo>
                  <a:pt x="0" y="226060"/>
                </a:lnTo>
                <a:lnTo>
                  <a:pt x="6705" y="226060"/>
                </a:lnTo>
                <a:lnTo>
                  <a:pt x="6705" y="186690"/>
                </a:lnTo>
                <a:lnTo>
                  <a:pt x="146608" y="186690"/>
                </a:lnTo>
                <a:lnTo>
                  <a:pt x="146608" y="179070"/>
                </a:lnTo>
                <a:lnTo>
                  <a:pt x="146608" y="147320"/>
                </a:lnTo>
                <a:lnTo>
                  <a:pt x="195681" y="147320"/>
                </a:lnTo>
                <a:lnTo>
                  <a:pt x="195681" y="139700"/>
                </a:lnTo>
                <a:close/>
              </a:path>
              <a:path w="226059" h="226059">
                <a:moveTo>
                  <a:pt x="225552" y="0"/>
                </a:moveTo>
                <a:lnTo>
                  <a:pt x="188976" y="0"/>
                </a:lnTo>
                <a:lnTo>
                  <a:pt x="188976" y="7620"/>
                </a:lnTo>
                <a:lnTo>
                  <a:pt x="188976" y="135890"/>
                </a:lnTo>
                <a:lnTo>
                  <a:pt x="195681" y="135890"/>
                </a:lnTo>
                <a:lnTo>
                  <a:pt x="195681" y="7620"/>
                </a:lnTo>
                <a:lnTo>
                  <a:pt x="225552" y="7620"/>
                </a:lnTo>
                <a:lnTo>
                  <a:pt x="2255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533704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533704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765352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765352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997000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997000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1228953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1228953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1460627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1460627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1692275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1692275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1923922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1923922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2155825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2155825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2387473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2387473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2619120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2619120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2851150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2851150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3082798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3082798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3314445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3314445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bg object 46"/>
          <p:cNvSpPr/>
          <p:nvPr/>
        </p:nvSpPr>
        <p:spPr>
          <a:xfrm>
            <a:off x="3546094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bg object 47"/>
          <p:cNvSpPr/>
          <p:nvPr/>
        </p:nvSpPr>
        <p:spPr>
          <a:xfrm>
            <a:off x="3546094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bg object 48"/>
          <p:cNvSpPr/>
          <p:nvPr/>
        </p:nvSpPr>
        <p:spPr>
          <a:xfrm>
            <a:off x="3777996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bg object 49"/>
          <p:cNvSpPr/>
          <p:nvPr/>
        </p:nvSpPr>
        <p:spPr>
          <a:xfrm>
            <a:off x="3777996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bg object 50"/>
          <p:cNvSpPr/>
          <p:nvPr/>
        </p:nvSpPr>
        <p:spPr>
          <a:xfrm>
            <a:off x="4009644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bg object 51"/>
          <p:cNvSpPr/>
          <p:nvPr/>
        </p:nvSpPr>
        <p:spPr>
          <a:xfrm>
            <a:off x="4009644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bg object 52"/>
          <p:cNvSpPr/>
          <p:nvPr/>
        </p:nvSpPr>
        <p:spPr>
          <a:xfrm>
            <a:off x="4241291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bg object 53"/>
          <p:cNvSpPr/>
          <p:nvPr/>
        </p:nvSpPr>
        <p:spPr>
          <a:xfrm>
            <a:off x="4241291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bg object 54"/>
          <p:cNvSpPr/>
          <p:nvPr/>
        </p:nvSpPr>
        <p:spPr>
          <a:xfrm>
            <a:off x="4473194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bg object 55"/>
          <p:cNvSpPr/>
          <p:nvPr/>
        </p:nvSpPr>
        <p:spPr>
          <a:xfrm>
            <a:off x="4473194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bg object 56"/>
          <p:cNvSpPr/>
          <p:nvPr/>
        </p:nvSpPr>
        <p:spPr>
          <a:xfrm>
            <a:off x="4704841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bg object 57"/>
          <p:cNvSpPr/>
          <p:nvPr/>
        </p:nvSpPr>
        <p:spPr>
          <a:xfrm>
            <a:off x="4704841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bg object 58"/>
          <p:cNvSpPr/>
          <p:nvPr/>
        </p:nvSpPr>
        <p:spPr>
          <a:xfrm>
            <a:off x="4936490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bg object 59"/>
          <p:cNvSpPr/>
          <p:nvPr/>
        </p:nvSpPr>
        <p:spPr>
          <a:xfrm>
            <a:off x="4936490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bg object 60"/>
          <p:cNvSpPr/>
          <p:nvPr/>
        </p:nvSpPr>
        <p:spPr>
          <a:xfrm>
            <a:off x="5168138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bg object 61"/>
          <p:cNvSpPr/>
          <p:nvPr/>
        </p:nvSpPr>
        <p:spPr>
          <a:xfrm>
            <a:off x="5168138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bg object 62"/>
          <p:cNvSpPr/>
          <p:nvPr/>
        </p:nvSpPr>
        <p:spPr>
          <a:xfrm>
            <a:off x="5400166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bg object 63"/>
          <p:cNvSpPr/>
          <p:nvPr/>
        </p:nvSpPr>
        <p:spPr>
          <a:xfrm>
            <a:off x="5400166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bg object 64"/>
          <p:cNvSpPr/>
          <p:nvPr/>
        </p:nvSpPr>
        <p:spPr>
          <a:xfrm>
            <a:off x="5631815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bg object 65"/>
          <p:cNvSpPr/>
          <p:nvPr/>
        </p:nvSpPr>
        <p:spPr>
          <a:xfrm>
            <a:off x="5631815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bg object 66"/>
          <p:cNvSpPr/>
          <p:nvPr/>
        </p:nvSpPr>
        <p:spPr>
          <a:xfrm>
            <a:off x="5863463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bg object 67"/>
          <p:cNvSpPr/>
          <p:nvPr/>
        </p:nvSpPr>
        <p:spPr>
          <a:xfrm>
            <a:off x="5863463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bg object 68"/>
          <p:cNvSpPr/>
          <p:nvPr/>
        </p:nvSpPr>
        <p:spPr>
          <a:xfrm>
            <a:off x="6095365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bg object 69"/>
          <p:cNvSpPr/>
          <p:nvPr/>
        </p:nvSpPr>
        <p:spPr>
          <a:xfrm>
            <a:off x="6095365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bg object 70"/>
          <p:cNvSpPr/>
          <p:nvPr/>
        </p:nvSpPr>
        <p:spPr>
          <a:xfrm>
            <a:off x="6327013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bg object 71"/>
          <p:cNvSpPr/>
          <p:nvPr/>
        </p:nvSpPr>
        <p:spPr>
          <a:xfrm>
            <a:off x="6327013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bg object 72"/>
          <p:cNvSpPr/>
          <p:nvPr/>
        </p:nvSpPr>
        <p:spPr>
          <a:xfrm>
            <a:off x="6558660" y="10290682"/>
            <a:ext cx="231775" cy="56515"/>
          </a:xfrm>
          <a:custGeom>
            <a:avLst/>
            <a:gdLst/>
            <a:ahLst/>
            <a:cxnLst/>
            <a:rect l="l" t="t" r="r" b="b"/>
            <a:pathLst>
              <a:path w="231775" h="56515">
                <a:moveTo>
                  <a:pt x="231343" y="0"/>
                </a:moveTo>
                <a:lnTo>
                  <a:pt x="0" y="0"/>
                </a:lnTo>
                <a:lnTo>
                  <a:pt x="0" y="56083"/>
                </a:lnTo>
                <a:lnTo>
                  <a:pt x="231343" y="56083"/>
                </a:lnTo>
                <a:lnTo>
                  <a:pt x="23134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bg object 73"/>
          <p:cNvSpPr/>
          <p:nvPr/>
        </p:nvSpPr>
        <p:spPr>
          <a:xfrm>
            <a:off x="6558660" y="10379989"/>
            <a:ext cx="231775" cy="6985"/>
          </a:xfrm>
          <a:custGeom>
            <a:avLst/>
            <a:gdLst/>
            <a:ahLst/>
            <a:cxnLst/>
            <a:rect l="l" t="t" r="r" b="b"/>
            <a:pathLst>
              <a:path w="231775" h="6984">
                <a:moveTo>
                  <a:pt x="231343" y="0"/>
                </a:moveTo>
                <a:lnTo>
                  <a:pt x="0" y="0"/>
                </a:lnTo>
                <a:lnTo>
                  <a:pt x="0" y="6704"/>
                </a:lnTo>
                <a:lnTo>
                  <a:pt x="231343" y="6704"/>
                </a:lnTo>
                <a:lnTo>
                  <a:pt x="231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bg object 74"/>
          <p:cNvSpPr/>
          <p:nvPr/>
        </p:nvSpPr>
        <p:spPr>
          <a:xfrm>
            <a:off x="6793738" y="10290682"/>
            <a:ext cx="231775" cy="56515"/>
          </a:xfrm>
          <a:custGeom>
            <a:avLst/>
            <a:gdLst/>
            <a:ahLst/>
            <a:cxnLst/>
            <a:rect l="l" t="t" r="r" b="b"/>
            <a:pathLst>
              <a:path w="231775" h="56515">
                <a:moveTo>
                  <a:pt x="231343" y="0"/>
                </a:moveTo>
                <a:lnTo>
                  <a:pt x="0" y="0"/>
                </a:lnTo>
                <a:lnTo>
                  <a:pt x="0" y="56083"/>
                </a:lnTo>
                <a:lnTo>
                  <a:pt x="231343" y="56083"/>
                </a:lnTo>
                <a:lnTo>
                  <a:pt x="23134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bg object 75"/>
          <p:cNvSpPr/>
          <p:nvPr/>
        </p:nvSpPr>
        <p:spPr>
          <a:xfrm>
            <a:off x="6793738" y="10379989"/>
            <a:ext cx="231775" cy="6985"/>
          </a:xfrm>
          <a:custGeom>
            <a:avLst/>
            <a:gdLst/>
            <a:ahLst/>
            <a:cxnLst/>
            <a:rect l="l" t="t" r="r" b="b"/>
            <a:pathLst>
              <a:path w="231775" h="6984">
                <a:moveTo>
                  <a:pt x="231343" y="0"/>
                </a:moveTo>
                <a:lnTo>
                  <a:pt x="0" y="0"/>
                </a:lnTo>
                <a:lnTo>
                  <a:pt x="0" y="6704"/>
                </a:lnTo>
                <a:lnTo>
                  <a:pt x="231343" y="6704"/>
                </a:lnTo>
                <a:lnTo>
                  <a:pt x="231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bg object 76"/>
          <p:cNvSpPr/>
          <p:nvPr/>
        </p:nvSpPr>
        <p:spPr>
          <a:xfrm>
            <a:off x="533704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bg object 77"/>
          <p:cNvSpPr/>
          <p:nvPr/>
        </p:nvSpPr>
        <p:spPr>
          <a:xfrm>
            <a:off x="533704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bg object 78"/>
          <p:cNvSpPr/>
          <p:nvPr/>
        </p:nvSpPr>
        <p:spPr>
          <a:xfrm>
            <a:off x="765352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bg object 79"/>
          <p:cNvSpPr/>
          <p:nvPr/>
        </p:nvSpPr>
        <p:spPr>
          <a:xfrm>
            <a:off x="765352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bg object 80"/>
          <p:cNvSpPr/>
          <p:nvPr/>
        </p:nvSpPr>
        <p:spPr>
          <a:xfrm>
            <a:off x="997000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bg object 81"/>
          <p:cNvSpPr/>
          <p:nvPr/>
        </p:nvSpPr>
        <p:spPr>
          <a:xfrm>
            <a:off x="997000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bg object 82"/>
          <p:cNvSpPr/>
          <p:nvPr/>
        </p:nvSpPr>
        <p:spPr>
          <a:xfrm>
            <a:off x="1228953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bg object 83"/>
          <p:cNvSpPr/>
          <p:nvPr/>
        </p:nvSpPr>
        <p:spPr>
          <a:xfrm>
            <a:off x="1228953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bg object 84"/>
          <p:cNvSpPr/>
          <p:nvPr/>
        </p:nvSpPr>
        <p:spPr>
          <a:xfrm>
            <a:off x="1460627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bg object 85"/>
          <p:cNvSpPr/>
          <p:nvPr/>
        </p:nvSpPr>
        <p:spPr>
          <a:xfrm>
            <a:off x="1460627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bg object 86"/>
          <p:cNvSpPr/>
          <p:nvPr/>
        </p:nvSpPr>
        <p:spPr>
          <a:xfrm>
            <a:off x="1692275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bg object 87"/>
          <p:cNvSpPr/>
          <p:nvPr/>
        </p:nvSpPr>
        <p:spPr>
          <a:xfrm>
            <a:off x="1692275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bg object 88"/>
          <p:cNvSpPr/>
          <p:nvPr/>
        </p:nvSpPr>
        <p:spPr>
          <a:xfrm>
            <a:off x="1923922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bg object 89"/>
          <p:cNvSpPr/>
          <p:nvPr/>
        </p:nvSpPr>
        <p:spPr>
          <a:xfrm>
            <a:off x="1923922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bg object 90"/>
          <p:cNvSpPr/>
          <p:nvPr/>
        </p:nvSpPr>
        <p:spPr>
          <a:xfrm>
            <a:off x="2155825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bg object 91"/>
          <p:cNvSpPr/>
          <p:nvPr/>
        </p:nvSpPr>
        <p:spPr>
          <a:xfrm>
            <a:off x="2155825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bg object 92"/>
          <p:cNvSpPr/>
          <p:nvPr/>
        </p:nvSpPr>
        <p:spPr>
          <a:xfrm>
            <a:off x="2387473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bg object 93"/>
          <p:cNvSpPr/>
          <p:nvPr/>
        </p:nvSpPr>
        <p:spPr>
          <a:xfrm>
            <a:off x="2387473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bg object 94"/>
          <p:cNvSpPr/>
          <p:nvPr/>
        </p:nvSpPr>
        <p:spPr>
          <a:xfrm>
            <a:off x="2619120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bg object 95"/>
          <p:cNvSpPr/>
          <p:nvPr/>
        </p:nvSpPr>
        <p:spPr>
          <a:xfrm>
            <a:off x="2619120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bg object 96"/>
          <p:cNvSpPr/>
          <p:nvPr/>
        </p:nvSpPr>
        <p:spPr>
          <a:xfrm>
            <a:off x="2851150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bg object 97"/>
          <p:cNvSpPr/>
          <p:nvPr/>
        </p:nvSpPr>
        <p:spPr>
          <a:xfrm>
            <a:off x="2851150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bg object 98"/>
          <p:cNvSpPr/>
          <p:nvPr/>
        </p:nvSpPr>
        <p:spPr>
          <a:xfrm>
            <a:off x="3082798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bg object 99"/>
          <p:cNvSpPr/>
          <p:nvPr/>
        </p:nvSpPr>
        <p:spPr>
          <a:xfrm>
            <a:off x="3082798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bg object 100"/>
          <p:cNvSpPr/>
          <p:nvPr/>
        </p:nvSpPr>
        <p:spPr>
          <a:xfrm>
            <a:off x="3314445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bg object 101"/>
          <p:cNvSpPr/>
          <p:nvPr/>
        </p:nvSpPr>
        <p:spPr>
          <a:xfrm>
            <a:off x="3314445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bg object 102"/>
          <p:cNvSpPr/>
          <p:nvPr/>
        </p:nvSpPr>
        <p:spPr>
          <a:xfrm>
            <a:off x="3546094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bg object 103"/>
          <p:cNvSpPr/>
          <p:nvPr/>
        </p:nvSpPr>
        <p:spPr>
          <a:xfrm>
            <a:off x="3546094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bg object 104"/>
          <p:cNvSpPr/>
          <p:nvPr/>
        </p:nvSpPr>
        <p:spPr>
          <a:xfrm>
            <a:off x="3777996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bg object 105"/>
          <p:cNvSpPr/>
          <p:nvPr/>
        </p:nvSpPr>
        <p:spPr>
          <a:xfrm>
            <a:off x="3777996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bg object 106"/>
          <p:cNvSpPr/>
          <p:nvPr/>
        </p:nvSpPr>
        <p:spPr>
          <a:xfrm>
            <a:off x="4009644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bg object 107"/>
          <p:cNvSpPr/>
          <p:nvPr/>
        </p:nvSpPr>
        <p:spPr>
          <a:xfrm>
            <a:off x="4009644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bg object 108"/>
          <p:cNvSpPr/>
          <p:nvPr/>
        </p:nvSpPr>
        <p:spPr>
          <a:xfrm>
            <a:off x="4241291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bg object 109"/>
          <p:cNvSpPr/>
          <p:nvPr/>
        </p:nvSpPr>
        <p:spPr>
          <a:xfrm>
            <a:off x="4241291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bg object 110"/>
          <p:cNvSpPr/>
          <p:nvPr/>
        </p:nvSpPr>
        <p:spPr>
          <a:xfrm>
            <a:off x="4473194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bg object 111"/>
          <p:cNvSpPr/>
          <p:nvPr/>
        </p:nvSpPr>
        <p:spPr>
          <a:xfrm>
            <a:off x="4473194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bg object 112"/>
          <p:cNvSpPr/>
          <p:nvPr/>
        </p:nvSpPr>
        <p:spPr>
          <a:xfrm>
            <a:off x="4704841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bg object 113"/>
          <p:cNvSpPr/>
          <p:nvPr/>
        </p:nvSpPr>
        <p:spPr>
          <a:xfrm>
            <a:off x="4704841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bg object 114"/>
          <p:cNvSpPr/>
          <p:nvPr/>
        </p:nvSpPr>
        <p:spPr>
          <a:xfrm>
            <a:off x="4936490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bg object 115"/>
          <p:cNvSpPr/>
          <p:nvPr/>
        </p:nvSpPr>
        <p:spPr>
          <a:xfrm>
            <a:off x="4936490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bg object 116"/>
          <p:cNvSpPr/>
          <p:nvPr/>
        </p:nvSpPr>
        <p:spPr>
          <a:xfrm>
            <a:off x="5168138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bg object 117"/>
          <p:cNvSpPr/>
          <p:nvPr/>
        </p:nvSpPr>
        <p:spPr>
          <a:xfrm>
            <a:off x="5168138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bg object 118"/>
          <p:cNvSpPr/>
          <p:nvPr/>
        </p:nvSpPr>
        <p:spPr>
          <a:xfrm>
            <a:off x="5400166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bg object 119"/>
          <p:cNvSpPr/>
          <p:nvPr/>
        </p:nvSpPr>
        <p:spPr>
          <a:xfrm>
            <a:off x="5400166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bg object 120"/>
          <p:cNvSpPr/>
          <p:nvPr/>
        </p:nvSpPr>
        <p:spPr>
          <a:xfrm>
            <a:off x="5631815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bg object 121"/>
          <p:cNvSpPr/>
          <p:nvPr/>
        </p:nvSpPr>
        <p:spPr>
          <a:xfrm>
            <a:off x="5631815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bg object 122"/>
          <p:cNvSpPr/>
          <p:nvPr/>
        </p:nvSpPr>
        <p:spPr>
          <a:xfrm>
            <a:off x="5863463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bg object 123"/>
          <p:cNvSpPr/>
          <p:nvPr/>
        </p:nvSpPr>
        <p:spPr>
          <a:xfrm>
            <a:off x="5863463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bg object 124"/>
          <p:cNvSpPr/>
          <p:nvPr/>
        </p:nvSpPr>
        <p:spPr>
          <a:xfrm>
            <a:off x="6095365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bg object 125"/>
          <p:cNvSpPr/>
          <p:nvPr/>
        </p:nvSpPr>
        <p:spPr>
          <a:xfrm>
            <a:off x="6095365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bg object 126"/>
          <p:cNvSpPr/>
          <p:nvPr/>
        </p:nvSpPr>
        <p:spPr>
          <a:xfrm>
            <a:off x="6327013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bg object 127"/>
          <p:cNvSpPr/>
          <p:nvPr/>
        </p:nvSpPr>
        <p:spPr>
          <a:xfrm>
            <a:off x="6327013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bg object 128"/>
          <p:cNvSpPr/>
          <p:nvPr/>
        </p:nvSpPr>
        <p:spPr>
          <a:xfrm>
            <a:off x="6558660" y="344042"/>
            <a:ext cx="231775" cy="56515"/>
          </a:xfrm>
          <a:custGeom>
            <a:avLst/>
            <a:gdLst/>
            <a:ahLst/>
            <a:cxnLst/>
            <a:rect l="l" t="t" r="r" b="b"/>
            <a:pathLst>
              <a:path w="231775" h="56514">
                <a:moveTo>
                  <a:pt x="231343" y="0"/>
                </a:moveTo>
                <a:lnTo>
                  <a:pt x="0" y="0"/>
                </a:lnTo>
                <a:lnTo>
                  <a:pt x="0" y="56388"/>
                </a:lnTo>
                <a:lnTo>
                  <a:pt x="231343" y="56388"/>
                </a:lnTo>
                <a:lnTo>
                  <a:pt x="23134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bg object 129"/>
          <p:cNvSpPr/>
          <p:nvPr/>
        </p:nvSpPr>
        <p:spPr>
          <a:xfrm>
            <a:off x="6558660" y="304190"/>
            <a:ext cx="231775" cy="6985"/>
          </a:xfrm>
          <a:custGeom>
            <a:avLst/>
            <a:gdLst/>
            <a:ahLst/>
            <a:cxnLst/>
            <a:rect l="l" t="t" r="r" b="b"/>
            <a:pathLst>
              <a:path w="231775" h="6985">
                <a:moveTo>
                  <a:pt x="231343" y="0"/>
                </a:moveTo>
                <a:lnTo>
                  <a:pt x="0" y="0"/>
                </a:lnTo>
                <a:lnTo>
                  <a:pt x="0" y="6704"/>
                </a:lnTo>
                <a:lnTo>
                  <a:pt x="231343" y="6704"/>
                </a:lnTo>
                <a:lnTo>
                  <a:pt x="231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bg object 130"/>
          <p:cNvSpPr/>
          <p:nvPr/>
        </p:nvSpPr>
        <p:spPr>
          <a:xfrm>
            <a:off x="6793738" y="344042"/>
            <a:ext cx="231775" cy="56515"/>
          </a:xfrm>
          <a:custGeom>
            <a:avLst/>
            <a:gdLst/>
            <a:ahLst/>
            <a:cxnLst/>
            <a:rect l="l" t="t" r="r" b="b"/>
            <a:pathLst>
              <a:path w="231775" h="56514">
                <a:moveTo>
                  <a:pt x="231343" y="0"/>
                </a:moveTo>
                <a:lnTo>
                  <a:pt x="0" y="0"/>
                </a:lnTo>
                <a:lnTo>
                  <a:pt x="0" y="56388"/>
                </a:lnTo>
                <a:lnTo>
                  <a:pt x="231343" y="56388"/>
                </a:lnTo>
                <a:lnTo>
                  <a:pt x="23134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bg object 131"/>
          <p:cNvSpPr/>
          <p:nvPr/>
        </p:nvSpPr>
        <p:spPr>
          <a:xfrm>
            <a:off x="6793738" y="304190"/>
            <a:ext cx="231775" cy="6985"/>
          </a:xfrm>
          <a:custGeom>
            <a:avLst/>
            <a:gdLst/>
            <a:ahLst/>
            <a:cxnLst/>
            <a:rect l="l" t="t" r="r" b="b"/>
            <a:pathLst>
              <a:path w="231775" h="6985">
                <a:moveTo>
                  <a:pt x="231343" y="0"/>
                </a:moveTo>
                <a:lnTo>
                  <a:pt x="0" y="0"/>
                </a:lnTo>
                <a:lnTo>
                  <a:pt x="0" y="6704"/>
                </a:lnTo>
                <a:lnTo>
                  <a:pt x="231343" y="6704"/>
                </a:lnTo>
                <a:lnTo>
                  <a:pt x="231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bg object 132"/>
          <p:cNvSpPr/>
          <p:nvPr/>
        </p:nvSpPr>
        <p:spPr>
          <a:xfrm>
            <a:off x="7028434" y="10161523"/>
            <a:ext cx="186055" cy="185420"/>
          </a:xfrm>
          <a:custGeom>
            <a:avLst/>
            <a:gdLst/>
            <a:ahLst/>
            <a:cxnLst/>
            <a:rect l="l" t="t" r="r" b="b"/>
            <a:pathLst>
              <a:path w="186054" h="185420">
                <a:moveTo>
                  <a:pt x="185610" y="0"/>
                </a:moveTo>
                <a:lnTo>
                  <a:pt x="129159" y="0"/>
                </a:lnTo>
                <a:lnTo>
                  <a:pt x="129159" y="129540"/>
                </a:lnTo>
                <a:lnTo>
                  <a:pt x="0" y="129540"/>
                </a:lnTo>
                <a:lnTo>
                  <a:pt x="0" y="185420"/>
                </a:lnTo>
                <a:lnTo>
                  <a:pt x="185597" y="185420"/>
                </a:lnTo>
                <a:lnTo>
                  <a:pt x="185597" y="129540"/>
                </a:lnTo>
                <a:lnTo>
                  <a:pt x="185610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bg object 133"/>
          <p:cNvSpPr/>
          <p:nvPr/>
        </p:nvSpPr>
        <p:spPr>
          <a:xfrm>
            <a:off x="7028434" y="10161523"/>
            <a:ext cx="225425" cy="224790"/>
          </a:xfrm>
          <a:custGeom>
            <a:avLst/>
            <a:gdLst/>
            <a:ahLst/>
            <a:cxnLst/>
            <a:rect l="l" t="t" r="r" b="b"/>
            <a:pathLst>
              <a:path w="225425" h="224790">
                <a:moveTo>
                  <a:pt x="36258" y="218440"/>
                </a:moveTo>
                <a:lnTo>
                  <a:pt x="36245" y="88900"/>
                </a:lnTo>
                <a:lnTo>
                  <a:pt x="29845" y="88900"/>
                </a:lnTo>
                <a:lnTo>
                  <a:pt x="29845" y="218440"/>
                </a:lnTo>
                <a:lnTo>
                  <a:pt x="0" y="218440"/>
                </a:lnTo>
                <a:lnTo>
                  <a:pt x="0" y="224790"/>
                </a:lnTo>
                <a:lnTo>
                  <a:pt x="36258" y="224790"/>
                </a:lnTo>
                <a:lnTo>
                  <a:pt x="36258" y="218440"/>
                </a:lnTo>
                <a:close/>
              </a:path>
              <a:path w="225425" h="224790">
                <a:moveTo>
                  <a:pt x="225171" y="0"/>
                </a:moveTo>
                <a:lnTo>
                  <a:pt x="218821" y="0"/>
                </a:lnTo>
                <a:lnTo>
                  <a:pt x="218821" y="39370"/>
                </a:lnTo>
                <a:lnTo>
                  <a:pt x="79502" y="39370"/>
                </a:lnTo>
                <a:lnTo>
                  <a:pt x="79502" y="45720"/>
                </a:lnTo>
                <a:lnTo>
                  <a:pt x="79502" y="78740"/>
                </a:lnTo>
                <a:lnTo>
                  <a:pt x="29845" y="78740"/>
                </a:lnTo>
                <a:lnTo>
                  <a:pt x="29845" y="86360"/>
                </a:lnTo>
                <a:lnTo>
                  <a:pt x="79502" y="86360"/>
                </a:lnTo>
                <a:lnTo>
                  <a:pt x="79502" y="88900"/>
                </a:lnTo>
                <a:lnTo>
                  <a:pt x="79502" y="218440"/>
                </a:lnTo>
                <a:lnTo>
                  <a:pt x="79502" y="224790"/>
                </a:lnTo>
                <a:lnTo>
                  <a:pt x="225171" y="224790"/>
                </a:lnTo>
                <a:lnTo>
                  <a:pt x="225171" y="218440"/>
                </a:lnTo>
                <a:lnTo>
                  <a:pt x="225171" y="88900"/>
                </a:lnTo>
                <a:lnTo>
                  <a:pt x="218821" y="88900"/>
                </a:lnTo>
                <a:lnTo>
                  <a:pt x="218821" y="218440"/>
                </a:lnTo>
                <a:lnTo>
                  <a:pt x="86741" y="218440"/>
                </a:lnTo>
                <a:lnTo>
                  <a:pt x="86741" y="88900"/>
                </a:lnTo>
                <a:lnTo>
                  <a:pt x="86741" y="86360"/>
                </a:lnTo>
                <a:lnTo>
                  <a:pt x="225171" y="86360"/>
                </a:lnTo>
                <a:lnTo>
                  <a:pt x="225171" y="78740"/>
                </a:lnTo>
                <a:lnTo>
                  <a:pt x="86741" y="78740"/>
                </a:lnTo>
                <a:lnTo>
                  <a:pt x="86741" y="45720"/>
                </a:lnTo>
                <a:lnTo>
                  <a:pt x="225171" y="45720"/>
                </a:lnTo>
                <a:lnTo>
                  <a:pt x="225171" y="39370"/>
                </a:lnTo>
                <a:lnTo>
                  <a:pt x="2251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bg object 134"/>
          <p:cNvSpPr/>
          <p:nvPr/>
        </p:nvSpPr>
        <p:spPr>
          <a:xfrm>
            <a:off x="7028434" y="344423"/>
            <a:ext cx="186055" cy="185420"/>
          </a:xfrm>
          <a:custGeom>
            <a:avLst/>
            <a:gdLst/>
            <a:ahLst/>
            <a:cxnLst/>
            <a:rect l="l" t="t" r="r" b="b"/>
            <a:pathLst>
              <a:path w="186054" h="185420">
                <a:moveTo>
                  <a:pt x="185648" y="0"/>
                </a:moveTo>
                <a:lnTo>
                  <a:pt x="0" y="0"/>
                </a:lnTo>
                <a:lnTo>
                  <a:pt x="0" y="55880"/>
                </a:lnTo>
                <a:lnTo>
                  <a:pt x="129159" y="55880"/>
                </a:lnTo>
                <a:lnTo>
                  <a:pt x="129159" y="185420"/>
                </a:lnTo>
                <a:lnTo>
                  <a:pt x="185585" y="185420"/>
                </a:lnTo>
                <a:lnTo>
                  <a:pt x="185585" y="55880"/>
                </a:lnTo>
                <a:lnTo>
                  <a:pt x="18564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bg object 135"/>
          <p:cNvSpPr/>
          <p:nvPr/>
        </p:nvSpPr>
        <p:spPr>
          <a:xfrm>
            <a:off x="7028434" y="303783"/>
            <a:ext cx="225425" cy="226060"/>
          </a:xfrm>
          <a:custGeom>
            <a:avLst/>
            <a:gdLst/>
            <a:ahLst/>
            <a:cxnLst/>
            <a:rect l="l" t="t" r="r" b="b"/>
            <a:pathLst>
              <a:path w="225425" h="226059">
                <a:moveTo>
                  <a:pt x="225171" y="189230"/>
                </a:moveTo>
                <a:lnTo>
                  <a:pt x="89281" y="189230"/>
                </a:lnTo>
                <a:lnTo>
                  <a:pt x="89281" y="195580"/>
                </a:lnTo>
                <a:lnTo>
                  <a:pt x="218821" y="195580"/>
                </a:lnTo>
                <a:lnTo>
                  <a:pt x="218821" y="226060"/>
                </a:lnTo>
                <a:lnTo>
                  <a:pt x="225171" y="226060"/>
                </a:lnTo>
                <a:lnTo>
                  <a:pt x="225171" y="195580"/>
                </a:lnTo>
                <a:lnTo>
                  <a:pt x="225171" y="189230"/>
                </a:lnTo>
                <a:close/>
              </a:path>
              <a:path w="225425" h="226059">
                <a:moveTo>
                  <a:pt x="225234" y="7620"/>
                </a:moveTo>
                <a:lnTo>
                  <a:pt x="225171" y="0"/>
                </a:lnTo>
                <a:lnTo>
                  <a:pt x="89281" y="0"/>
                </a:lnTo>
                <a:lnTo>
                  <a:pt x="89281" y="7620"/>
                </a:lnTo>
                <a:lnTo>
                  <a:pt x="218821" y="7620"/>
                </a:lnTo>
                <a:lnTo>
                  <a:pt x="218821" y="139700"/>
                </a:lnTo>
                <a:lnTo>
                  <a:pt x="86741" y="139700"/>
                </a:lnTo>
                <a:lnTo>
                  <a:pt x="86741" y="7620"/>
                </a:lnTo>
                <a:lnTo>
                  <a:pt x="86741" y="0"/>
                </a:lnTo>
                <a:lnTo>
                  <a:pt x="79502" y="0"/>
                </a:lnTo>
                <a:lnTo>
                  <a:pt x="79502" y="7620"/>
                </a:lnTo>
                <a:lnTo>
                  <a:pt x="79502" y="139700"/>
                </a:lnTo>
                <a:lnTo>
                  <a:pt x="46355" y="139700"/>
                </a:lnTo>
                <a:lnTo>
                  <a:pt x="46355" y="7620"/>
                </a:lnTo>
                <a:lnTo>
                  <a:pt x="46355" y="0"/>
                </a:lnTo>
                <a:lnTo>
                  <a:pt x="0" y="0"/>
                </a:lnTo>
                <a:lnTo>
                  <a:pt x="0" y="7620"/>
                </a:lnTo>
                <a:lnTo>
                  <a:pt x="39624" y="7620"/>
                </a:lnTo>
                <a:lnTo>
                  <a:pt x="39624" y="139700"/>
                </a:lnTo>
                <a:lnTo>
                  <a:pt x="39624" y="147320"/>
                </a:lnTo>
                <a:lnTo>
                  <a:pt x="79502" y="147320"/>
                </a:lnTo>
                <a:lnTo>
                  <a:pt x="79502" y="195580"/>
                </a:lnTo>
                <a:lnTo>
                  <a:pt x="86741" y="195580"/>
                </a:lnTo>
                <a:lnTo>
                  <a:pt x="86741" y="147320"/>
                </a:lnTo>
                <a:lnTo>
                  <a:pt x="225221" y="147320"/>
                </a:lnTo>
                <a:lnTo>
                  <a:pt x="225221" y="139700"/>
                </a:lnTo>
                <a:lnTo>
                  <a:pt x="225234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bg object 136"/>
          <p:cNvSpPr/>
          <p:nvPr/>
        </p:nvSpPr>
        <p:spPr>
          <a:xfrm>
            <a:off x="7157593" y="53309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bg object 137"/>
          <p:cNvSpPr/>
          <p:nvPr/>
        </p:nvSpPr>
        <p:spPr>
          <a:xfrm>
            <a:off x="7247255" y="53309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bg object 138"/>
          <p:cNvSpPr/>
          <p:nvPr/>
        </p:nvSpPr>
        <p:spPr>
          <a:xfrm>
            <a:off x="7157593" y="76779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bg object 139"/>
          <p:cNvSpPr/>
          <p:nvPr/>
        </p:nvSpPr>
        <p:spPr>
          <a:xfrm>
            <a:off x="7247255" y="76779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bg object 140"/>
          <p:cNvSpPr/>
          <p:nvPr/>
        </p:nvSpPr>
        <p:spPr>
          <a:xfrm>
            <a:off x="7157593" y="1002486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bg object 141"/>
          <p:cNvSpPr/>
          <p:nvPr/>
        </p:nvSpPr>
        <p:spPr>
          <a:xfrm>
            <a:off x="7247255" y="1002486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bg object 142"/>
          <p:cNvSpPr/>
          <p:nvPr/>
        </p:nvSpPr>
        <p:spPr>
          <a:xfrm>
            <a:off x="7157593" y="1237132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bg object 143"/>
          <p:cNvSpPr/>
          <p:nvPr/>
        </p:nvSpPr>
        <p:spPr>
          <a:xfrm>
            <a:off x="7247255" y="1237132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bg object 144"/>
          <p:cNvSpPr/>
          <p:nvPr/>
        </p:nvSpPr>
        <p:spPr>
          <a:xfrm>
            <a:off x="7157593" y="147182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bg object 145"/>
          <p:cNvSpPr/>
          <p:nvPr/>
        </p:nvSpPr>
        <p:spPr>
          <a:xfrm>
            <a:off x="7247255" y="147182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bg object 146"/>
          <p:cNvSpPr/>
          <p:nvPr/>
        </p:nvSpPr>
        <p:spPr>
          <a:xfrm>
            <a:off x="7157593" y="170682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bg object 147"/>
          <p:cNvSpPr/>
          <p:nvPr/>
        </p:nvSpPr>
        <p:spPr>
          <a:xfrm>
            <a:off x="7247255" y="170682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bg object 148"/>
          <p:cNvSpPr/>
          <p:nvPr/>
        </p:nvSpPr>
        <p:spPr>
          <a:xfrm>
            <a:off x="7157593" y="194152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bg object 149"/>
          <p:cNvSpPr/>
          <p:nvPr/>
        </p:nvSpPr>
        <p:spPr>
          <a:xfrm>
            <a:off x="7247255" y="194152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bg object 150"/>
          <p:cNvSpPr/>
          <p:nvPr/>
        </p:nvSpPr>
        <p:spPr>
          <a:xfrm>
            <a:off x="7157593" y="217622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bg object 151"/>
          <p:cNvSpPr/>
          <p:nvPr/>
        </p:nvSpPr>
        <p:spPr>
          <a:xfrm>
            <a:off x="7247255" y="217622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bg object 152"/>
          <p:cNvSpPr/>
          <p:nvPr/>
        </p:nvSpPr>
        <p:spPr>
          <a:xfrm>
            <a:off x="7157593" y="241099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bg object 153"/>
          <p:cNvSpPr/>
          <p:nvPr/>
        </p:nvSpPr>
        <p:spPr>
          <a:xfrm>
            <a:off x="7247255" y="241099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bg object 154"/>
          <p:cNvSpPr/>
          <p:nvPr/>
        </p:nvSpPr>
        <p:spPr>
          <a:xfrm>
            <a:off x="7157593" y="264599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bg object 155"/>
          <p:cNvSpPr/>
          <p:nvPr/>
        </p:nvSpPr>
        <p:spPr>
          <a:xfrm>
            <a:off x="7247255" y="264599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bg object 156"/>
          <p:cNvSpPr/>
          <p:nvPr/>
        </p:nvSpPr>
        <p:spPr>
          <a:xfrm>
            <a:off x="7157593" y="288069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bg object 157"/>
          <p:cNvSpPr/>
          <p:nvPr/>
        </p:nvSpPr>
        <p:spPr>
          <a:xfrm>
            <a:off x="7247255" y="288069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bg object 158"/>
          <p:cNvSpPr/>
          <p:nvPr/>
        </p:nvSpPr>
        <p:spPr>
          <a:xfrm>
            <a:off x="7157593" y="3115386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bg object 159"/>
          <p:cNvSpPr/>
          <p:nvPr/>
        </p:nvSpPr>
        <p:spPr>
          <a:xfrm>
            <a:off x="7247255" y="3115386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bg object 160"/>
          <p:cNvSpPr/>
          <p:nvPr/>
        </p:nvSpPr>
        <p:spPr>
          <a:xfrm>
            <a:off x="7157593" y="335008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bg object 161"/>
          <p:cNvSpPr/>
          <p:nvPr/>
        </p:nvSpPr>
        <p:spPr>
          <a:xfrm>
            <a:off x="7247255" y="335008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bg object 162"/>
          <p:cNvSpPr/>
          <p:nvPr/>
        </p:nvSpPr>
        <p:spPr>
          <a:xfrm>
            <a:off x="7157593" y="3584727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bg object 163"/>
          <p:cNvSpPr/>
          <p:nvPr/>
        </p:nvSpPr>
        <p:spPr>
          <a:xfrm>
            <a:off x="7247255" y="3584727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bg object 164"/>
          <p:cNvSpPr/>
          <p:nvPr/>
        </p:nvSpPr>
        <p:spPr>
          <a:xfrm>
            <a:off x="7157593" y="381972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bg object 165"/>
          <p:cNvSpPr/>
          <p:nvPr/>
        </p:nvSpPr>
        <p:spPr>
          <a:xfrm>
            <a:off x="7247255" y="381972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bg object 166"/>
          <p:cNvSpPr/>
          <p:nvPr/>
        </p:nvSpPr>
        <p:spPr>
          <a:xfrm>
            <a:off x="7157593" y="405442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bg object 167"/>
          <p:cNvSpPr/>
          <p:nvPr/>
        </p:nvSpPr>
        <p:spPr>
          <a:xfrm>
            <a:off x="7247255" y="405442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bg object 168"/>
          <p:cNvSpPr/>
          <p:nvPr/>
        </p:nvSpPr>
        <p:spPr>
          <a:xfrm>
            <a:off x="7157593" y="4289119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bg object 169"/>
          <p:cNvSpPr/>
          <p:nvPr/>
        </p:nvSpPr>
        <p:spPr>
          <a:xfrm>
            <a:off x="7247255" y="4289119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bg object 170"/>
          <p:cNvSpPr/>
          <p:nvPr/>
        </p:nvSpPr>
        <p:spPr>
          <a:xfrm>
            <a:off x="7157593" y="4523765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bg object 171"/>
          <p:cNvSpPr/>
          <p:nvPr/>
        </p:nvSpPr>
        <p:spPr>
          <a:xfrm>
            <a:off x="7247255" y="4523765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bg object 172"/>
          <p:cNvSpPr/>
          <p:nvPr/>
        </p:nvSpPr>
        <p:spPr>
          <a:xfrm>
            <a:off x="7157593" y="475846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bg object 173"/>
          <p:cNvSpPr/>
          <p:nvPr/>
        </p:nvSpPr>
        <p:spPr>
          <a:xfrm>
            <a:off x="7247255" y="475846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bg object 174"/>
          <p:cNvSpPr/>
          <p:nvPr/>
        </p:nvSpPr>
        <p:spPr>
          <a:xfrm>
            <a:off x="7157593" y="499346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bg object 175"/>
          <p:cNvSpPr/>
          <p:nvPr/>
        </p:nvSpPr>
        <p:spPr>
          <a:xfrm>
            <a:off x="7247255" y="499346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bg object 176"/>
          <p:cNvSpPr/>
          <p:nvPr/>
        </p:nvSpPr>
        <p:spPr>
          <a:xfrm>
            <a:off x="7157593" y="522815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bg object 177"/>
          <p:cNvSpPr/>
          <p:nvPr/>
        </p:nvSpPr>
        <p:spPr>
          <a:xfrm>
            <a:off x="7247255" y="522815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bg object 178"/>
          <p:cNvSpPr/>
          <p:nvPr/>
        </p:nvSpPr>
        <p:spPr>
          <a:xfrm>
            <a:off x="7157593" y="546285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bg object 179"/>
          <p:cNvSpPr/>
          <p:nvPr/>
        </p:nvSpPr>
        <p:spPr>
          <a:xfrm>
            <a:off x="7247255" y="546285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bg object 180"/>
          <p:cNvSpPr/>
          <p:nvPr/>
        </p:nvSpPr>
        <p:spPr>
          <a:xfrm>
            <a:off x="7157593" y="5697626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bg object 181"/>
          <p:cNvSpPr/>
          <p:nvPr/>
        </p:nvSpPr>
        <p:spPr>
          <a:xfrm>
            <a:off x="7247255" y="5697626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bg object 182"/>
          <p:cNvSpPr/>
          <p:nvPr/>
        </p:nvSpPr>
        <p:spPr>
          <a:xfrm>
            <a:off x="7157593" y="5932627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bg object 183"/>
          <p:cNvSpPr/>
          <p:nvPr/>
        </p:nvSpPr>
        <p:spPr>
          <a:xfrm>
            <a:off x="7247255" y="5932627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bg object 184"/>
          <p:cNvSpPr/>
          <p:nvPr/>
        </p:nvSpPr>
        <p:spPr>
          <a:xfrm>
            <a:off x="7157593" y="616732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bg object 185"/>
          <p:cNvSpPr/>
          <p:nvPr/>
        </p:nvSpPr>
        <p:spPr>
          <a:xfrm>
            <a:off x="7247255" y="616732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bg object 186"/>
          <p:cNvSpPr/>
          <p:nvPr/>
        </p:nvSpPr>
        <p:spPr>
          <a:xfrm>
            <a:off x="7157593" y="640201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bg object 187"/>
          <p:cNvSpPr/>
          <p:nvPr/>
        </p:nvSpPr>
        <p:spPr>
          <a:xfrm>
            <a:off x="7247255" y="640201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bg object 188"/>
          <p:cNvSpPr/>
          <p:nvPr/>
        </p:nvSpPr>
        <p:spPr>
          <a:xfrm>
            <a:off x="7157593" y="663666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bg object 189"/>
          <p:cNvSpPr/>
          <p:nvPr/>
        </p:nvSpPr>
        <p:spPr>
          <a:xfrm>
            <a:off x="7247255" y="663666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bg object 190"/>
          <p:cNvSpPr/>
          <p:nvPr/>
        </p:nvSpPr>
        <p:spPr>
          <a:xfrm>
            <a:off x="7157593" y="687136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bg object 191"/>
          <p:cNvSpPr/>
          <p:nvPr/>
        </p:nvSpPr>
        <p:spPr>
          <a:xfrm>
            <a:off x="7247255" y="687136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bg object 192"/>
          <p:cNvSpPr/>
          <p:nvPr/>
        </p:nvSpPr>
        <p:spPr>
          <a:xfrm>
            <a:off x="7157593" y="710636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bg object 193"/>
          <p:cNvSpPr/>
          <p:nvPr/>
        </p:nvSpPr>
        <p:spPr>
          <a:xfrm>
            <a:off x="7247255" y="710636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bg object 194"/>
          <p:cNvSpPr/>
          <p:nvPr/>
        </p:nvSpPr>
        <p:spPr>
          <a:xfrm>
            <a:off x="7157593" y="7341057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bg object 195"/>
          <p:cNvSpPr/>
          <p:nvPr/>
        </p:nvSpPr>
        <p:spPr>
          <a:xfrm>
            <a:off x="7247255" y="7341057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bg object 196"/>
          <p:cNvSpPr/>
          <p:nvPr/>
        </p:nvSpPr>
        <p:spPr>
          <a:xfrm>
            <a:off x="7157593" y="757575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bg object 197"/>
          <p:cNvSpPr/>
          <p:nvPr/>
        </p:nvSpPr>
        <p:spPr>
          <a:xfrm>
            <a:off x="7247255" y="757575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bg object 198"/>
          <p:cNvSpPr/>
          <p:nvPr/>
        </p:nvSpPr>
        <p:spPr>
          <a:xfrm>
            <a:off x="7157593" y="781052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bg object 199"/>
          <p:cNvSpPr/>
          <p:nvPr/>
        </p:nvSpPr>
        <p:spPr>
          <a:xfrm>
            <a:off x="7247255" y="781052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bg object 200"/>
          <p:cNvSpPr/>
          <p:nvPr/>
        </p:nvSpPr>
        <p:spPr>
          <a:xfrm>
            <a:off x="7157593" y="8045525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bg object 201"/>
          <p:cNvSpPr/>
          <p:nvPr/>
        </p:nvSpPr>
        <p:spPr>
          <a:xfrm>
            <a:off x="7247255" y="8045525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bg object 202"/>
          <p:cNvSpPr/>
          <p:nvPr/>
        </p:nvSpPr>
        <p:spPr>
          <a:xfrm>
            <a:off x="7157593" y="828022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bg object 203"/>
          <p:cNvSpPr/>
          <p:nvPr/>
        </p:nvSpPr>
        <p:spPr>
          <a:xfrm>
            <a:off x="7247255" y="828022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bg object 204"/>
          <p:cNvSpPr/>
          <p:nvPr/>
        </p:nvSpPr>
        <p:spPr>
          <a:xfrm>
            <a:off x="7157593" y="851491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bg object 205"/>
          <p:cNvSpPr/>
          <p:nvPr/>
        </p:nvSpPr>
        <p:spPr>
          <a:xfrm>
            <a:off x="7247255" y="851491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bg object 206"/>
          <p:cNvSpPr/>
          <p:nvPr/>
        </p:nvSpPr>
        <p:spPr>
          <a:xfrm>
            <a:off x="7157593" y="8749562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bg object 207"/>
          <p:cNvSpPr/>
          <p:nvPr/>
        </p:nvSpPr>
        <p:spPr>
          <a:xfrm>
            <a:off x="7247255" y="8749562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bg object 208"/>
          <p:cNvSpPr/>
          <p:nvPr/>
        </p:nvSpPr>
        <p:spPr>
          <a:xfrm>
            <a:off x="7157593" y="8984259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bg object 209"/>
          <p:cNvSpPr/>
          <p:nvPr/>
        </p:nvSpPr>
        <p:spPr>
          <a:xfrm>
            <a:off x="7247255" y="8984259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bg object 210"/>
          <p:cNvSpPr/>
          <p:nvPr/>
        </p:nvSpPr>
        <p:spPr>
          <a:xfrm>
            <a:off x="7157593" y="921931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bg object 211"/>
          <p:cNvSpPr/>
          <p:nvPr/>
        </p:nvSpPr>
        <p:spPr>
          <a:xfrm>
            <a:off x="7247255" y="921931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bg object 212"/>
          <p:cNvSpPr/>
          <p:nvPr/>
        </p:nvSpPr>
        <p:spPr>
          <a:xfrm>
            <a:off x="7157593" y="9454006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bg object 213"/>
          <p:cNvSpPr/>
          <p:nvPr/>
        </p:nvSpPr>
        <p:spPr>
          <a:xfrm>
            <a:off x="7247255" y="9454006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bg object 214"/>
          <p:cNvSpPr/>
          <p:nvPr/>
        </p:nvSpPr>
        <p:spPr>
          <a:xfrm>
            <a:off x="7157593" y="9688702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bg object 215"/>
          <p:cNvSpPr/>
          <p:nvPr/>
        </p:nvSpPr>
        <p:spPr>
          <a:xfrm>
            <a:off x="7247255" y="9688702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bg object 216"/>
          <p:cNvSpPr/>
          <p:nvPr/>
        </p:nvSpPr>
        <p:spPr>
          <a:xfrm>
            <a:off x="7157593" y="9923398"/>
            <a:ext cx="56515" cy="235585"/>
          </a:xfrm>
          <a:custGeom>
            <a:avLst/>
            <a:gdLst/>
            <a:ahLst/>
            <a:cxnLst/>
            <a:rect l="l" t="t" r="r" b="b"/>
            <a:pathLst>
              <a:path w="56515" h="235584">
                <a:moveTo>
                  <a:pt x="56388" y="0"/>
                </a:moveTo>
                <a:lnTo>
                  <a:pt x="0" y="0"/>
                </a:lnTo>
                <a:lnTo>
                  <a:pt x="0" y="235305"/>
                </a:lnTo>
                <a:lnTo>
                  <a:pt x="56388" y="235305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bg object 217"/>
          <p:cNvSpPr/>
          <p:nvPr/>
        </p:nvSpPr>
        <p:spPr>
          <a:xfrm>
            <a:off x="7247255" y="9923398"/>
            <a:ext cx="6985" cy="235585"/>
          </a:xfrm>
          <a:custGeom>
            <a:avLst/>
            <a:gdLst/>
            <a:ahLst/>
            <a:cxnLst/>
            <a:rect l="l" t="t" r="r" b="b"/>
            <a:pathLst>
              <a:path w="6984" h="235584">
                <a:moveTo>
                  <a:pt x="6400" y="0"/>
                </a:moveTo>
                <a:lnTo>
                  <a:pt x="0" y="0"/>
                </a:lnTo>
                <a:lnTo>
                  <a:pt x="0" y="235305"/>
                </a:lnTo>
                <a:lnTo>
                  <a:pt x="6400" y="235305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bg object 218"/>
          <p:cNvSpPr/>
          <p:nvPr/>
        </p:nvSpPr>
        <p:spPr>
          <a:xfrm>
            <a:off x="344728" y="53309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bg object 219"/>
          <p:cNvSpPr/>
          <p:nvPr/>
        </p:nvSpPr>
        <p:spPr>
          <a:xfrm>
            <a:off x="304800" y="53309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bg object 220"/>
          <p:cNvSpPr/>
          <p:nvPr/>
        </p:nvSpPr>
        <p:spPr>
          <a:xfrm>
            <a:off x="344728" y="76779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bg object 221"/>
          <p:cNvSpPr/>
          <p:nvPr/>
        </p:nvSpPr>
        <p:spPr>
          <a:xfrm>
            <a:off x="304800" y="76779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bg object 222"/>
          <p:cNvSpPr/>
          <p:nvPr/>
        </p:nvSpPr>
        <p:spPr>
          <a:xfrm>
            <a:off x="344728" y="1002486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bg object 223"/>
          <p:cNvSpPr/>
          <p:nvPr/>
        </p:nvSpPr>
        <p:spPr>
          <a:xfrm>
            <a:off x="304800" y="1002486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bg object 224"/>
          <p:cNvSpPr/>
          <p:nvPr/>
        </p:nvSpPr>
        <p:spPr>
          <a:xfrm>
            <a:off x="344728" y="1237132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bg object 225"/>
          <p:cNvSpPr/>
          <p:nvPr/>
        </p:nvSpPr>
        <p:spPr>
          <a:xfrm>
            <a:off x="304800" y="1237132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bg object 226"/>
          <p:cNvSpPr/>
          <p:nvPr/>
        </p:nvSpPr>
        <p:spPr>
          <a:xfrm>
            <a:off x="344728" y="147182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bg object 227"/>
          <p:cNvSpPr/>
          <p:nvPr/>
        </p:nvSpPr>
        <p:spPr>
          <a:xfrm>
            <a:off x="304800" y="147182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bg object 228"/>
          <p:cNvSpPr/>
          <p:nvPr/>
        </p:nvSpPr>
        <p:spPr>
          <a:xfrm>
            <a:off x="344728" y="170682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bg object 229"/>
          <p:cNvSpPr/>
          <p:nvPr/>
        </p:nvSpPr>
        <p:spPr>
          <a:xfrm>
            <a:off x="304800" y="170682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bg object 230"/>
          <p:cNvSpPr/>
          <p:nvPr/>
        </p:nvSpPr>
        <p:spPr>
          <a:xfrm>
            <a:off x="344728" y="194152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bg object 231"/>
          <p:cNvSpPr/>
          <p:nvPr/>
        </p:nvSpPr>
        <p:spPr>
          <a:xfrm>
            <a:off x="304800" y="194152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bg object 232"/>
          <p:cNvSpPr/>
          <p:nvPr/>
        </p:nvSpPr>
        <p:spPr>
          <a:xfrm>
            <a:off x="344728" y="217622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bg object 233"/>
          <p:cNvSpPr/>
          <p:nvPr/>
        </p:nvSpPr>
        <p:spPr>
          <a:xfrm>
            <a:off x="304800" y="217622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bg object 234"/>
          <p:cNvSpPr/>
          <p:nvPr/>
        </p:nvSpPr>
        <p:spPr>
          <a:xfrm>
            <a:off x="344728" y="241099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bg object 235"/>
          <p:cNvSpPr/>
          <p:nvPr/>
        </p:nvSpPr>
        <p:spPr>
          <a:xfrm>
            <a:off x="304800" y="241099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bg object 236"/>
          <p:cNvSpPr/>
          <p:nvPr/>
        </p:nvSpPr>
        <p:spPr>
          <a:xfrm>
            <a:off x="344728" y="264599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bg object 237"/>
          <p:cNvSpPr/>
          <p:nvPr/>
        </p:nvSpPr>
        <p:spPr>
          <a:xfrm>
            <a:off x="304800" y="264599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bg object 238"/>
          <p:cNvSpPr/>
          <p:nvPr/>
        </p:nvSpPr>
        <p:spPr>
          <a:xfrm>
            <a:off x="344728" y="288069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bg object 239"/>
          <p:cNvSpPr/>
          <p:nvPr/>
        </p:nvSpPr>
        <p:spPr>
          <a:xfrm>
            <a:off x="304800" y="288069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bg object 240"/>
          <p:cNvSpPr/>
          <p:nvPr/>
        </p:nvSpPr>
        <p:spPr>
          <a:xfrm>
            <a:off x="344728" y="3115386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bg object 241"/>
          <p:cNvSpPr/>
          <p:nvPr/>
        </p:nvSpPr>
        <p:spPr>
          <a:xfrm>
            <a:off x="304800" y="3115386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bg object 242"/>
          <p:cNvSpPr/>
          <p:nvPr/>
        </p:nvSpPr>
        <p:spPr>
          <a:xfrm>
            <a:off x="344728" y="335008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bg object 243"/>
          <p:cNvSpPr/>
          <p:nvPr/>
        </p:nvSpPr>
        <p:spPr>
          <a:xfrm>
            <a:off x="304800" y="335008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bg object 244"/>
          <p:cNvSpPr/>
          <p:nvPr/>
        </p:nvSpPr>
        <p:spPr>
          <a:xfrm>
            <a:off x="344728" y="3584727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bg object 245"/>
          <p:cNvSpPr/>
          <p:nvPr/>
        </p:nvSpPr>
        <p:spPr>
          <a:xfrm>
            <a:off x="304800" y="3584727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6" name="bg object 246"/>
          <p:cNvSpPr/>
          <p:nvPr/>
        </p:nvSpPr>
        <p:spPr>
          <a:xfrm>
            <a:off x="344728" y="381972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bg object 247"/>
          <p:cNvSpPr/>
          <p:nvPr/>
        </p:nvSpPr>
        <p:spPr>
          <a:xfrm>
            <a:off x="304800" y="381972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bg object 248"/>
          <p:cNvSpPr/>
          <p:nvPr/>
        </p:nvSpPr>
        <p:spPr>
          <a:xfrm>
            <a:off x="344728" y="405442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9" name="bg object 249"/>
          <p:cNvSpPr/>
          <p:nvPr/>
        </p:nvSpPr>
        <p:spPr>
          <a:xfrm>
            <a:off x="304800" y="405442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0" name="bg object 250"/>
          <p:cNvSpPr/>
          <p:nvPr/>
        </p:nvSpPr>
        <p:spPr>
          <a:xfrm>
            <a:off x="344728" y="4289119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1" name="bg object 251"/>
          <p:cNvSpPr/>
          <p:nvPr/>
        </p:nvSpPr>
        <p:spPr>
          <a:xfrm>
            <a:off x="304800" y="4289119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bg object 252"/>
          <p:cNvSpPr/>
          <p:nvPr/>
        </p:nvSpPr>
        <p:spPr>
          <a:xfrm>
            <a:off x="344728" y="4523765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3" name="bg object 253"/>
          <p:cNvSpPr/>
          <p:nvPr/>
        </p:nvSpPr>
        <p:spPr>
          <a:xfrm>
            <a:off x="304800" y="4523765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4" name="bg object 254"/>
          <p:cNvSpPr/>
          <p:nvPr/>
        </p:nvSpPr>
        <p:spPr>
          <a:xfrm>
            <a:off x="344728" y="475846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5" name="bg object 255"/>
          <p:cNvSpPr/>
          <p:nvPr/>
        </p:nvSpPr>
        <p:spPr>
          <a:xfrm>
            <a:off x="304800" y="475846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6" name="bg object 256"/>
          <p:cNvSpPr/>
          <p:nvPr/>
        </p:nvSpPr>
        <p:spPr>
          <a:xfrm>
            <a:off x="344728" y="499346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bg object 257"/>
          <p:cNvSpPr/>
          <p:nvPr/>
        </p:nvSpPr>
        <p:spPr>
          <a:xfrm>
            <a:off x="304800" y="499346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bg object 258"/>
          <p:cNvSpPr/>
          <p:nvPr/>
        </p:nvSpPr>
        <p:spPr>
          <a:xfrm>
            <a:off x="344728" y="522815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bg object 259"/>
          <p:cNvSpPr/>
          <p:nvPr/>
        </p:nvSpPr>
        <p:spPr>
          <a:xfrm>
            <a:off x="304800" y="522815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bg object 260"/>
          <p:cNvSpPr/>
          <p:nvPr/>
        </p:nvSpPr>
        <p:spPr>
          <a:xfrm>
            <a:off x="344728" y="546285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bg object 261"/>
          <p:cNvSpPr/>
          <p:nvPr/>
        </p:nvSpPr>
        <p:spPr>
          <a:xfrm>
            <a:off x="304800" y="546285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bg object 262"/>
          <p:cNvSpPr/>
          <p:nvPr/>
        </p:nvSpPr>
        <p:spPr>
          <a:xfrm>
            <a:off x="344728" y="5697626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bg object 263"/>
          <p:cNvSpPr/>
          <p:nvPr/>
        </p:nvSpPr>
        <p:spPr>
          <a:xfrm>
            <a:off x="304800" y="5697626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bg object 264"/>
          <p:cNvSpPr/>
          <p:nvPr/>
        </p:nvSpPr>
        <p:spPr>
          <a:xfrm>
            <a:off x="344728" y="5932627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5" name="bg object 265"/>
          <p:cNvSpPr/>
          <p:nvPr/>
        </p:nvSpPr>
        <p:spPr>
          <a:xfrm>
            <a:off x="304800" y="5932627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bg object 266"/>
          <p:cNvSpPr/>
          <p:nvPr/>
        </p:nvSpPr>
        <p:spPr>
          <a:xfrm>
            <a:off x="344728" y="616732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7" name="bg object 267"/>
          <p:cNvSpPr/>
          <p:nvPr/>
        </p:nvSpPr>
        <p:spPr>
          <a:xfrm>
            <a:off x="304800" y="616732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8" name="bg object 268"/>
          <p:cNvSpPr/>
          <p:nvPr/>
        </p:nvSpPr>
        <p:spPr>
          <a:xfrm>
            <a:off x="344728" y="640201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bg object 269"/>
          <p:cNvSpPr/>
          <p:nvPr/>
        </p:nvSpPr>
        <p:spPr>
          <a:xfrm>
            <a:off x="304800" y="640201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0" name="bg object 270"/>
          <p:cNvSpPr/>
          <p:nvPr/>
        </p:nvSpPr>
        <p:spPr>
          <a:xfrm>
            <a:off x="344728" y="663666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1" name="bg object 271"/>
          <p:cNvSpPr/>
          <p:nvPr/>
        </p:nvSpPr>
        <p:spPr>
          <a:xfrm>
            <a:off x="304800" y="663666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2" name="bg object 272"/>
          <p:cNvSpPr/>
          <p:nvPr/>
        </p:nvSpPr>
        <p:spPr>
          <a:xfrm>
            <a:off x="344728" y="687136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3" name="bg object 273"/>
          <p:cNvSpPr/>
          <p:nvPr/>
        </p:nvSpPr>
        <p:spPr>
          <a:xfrm>
            <a:off x="304800" y="687136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4" name="bg object 274"/>
          <p:cNvSpPr/>
          <p:nvPr/>
        </p:nvSpPr>
        <p:spPr>
          <a:xfrm>
            <a:off x="344728" y="710636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bg object 275"/>
          <p:cNvSpPr/>
          <p:nvPr/>
        </p:nvSpPr>
        <p:spPr>
          <a:xfrm>
            <a:off x="304800" y="710636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6" name="bg object 276"/>
          <p:cNvSpPr/>
          <p:nvPr/>
        </p:nvSpPr>
        <p:spPr>
          <a:xfrm>
            <a:off x="344728" y="7341057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bg object 277"/>
          <p:cNvSpPr/>
          <p:nvPr/>
        </p:nvSpPr>
        <p:spPr>
          <a:xfrm>
            <a:off x="304800" y="7341057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8" name="bg object 278"/>
          <p:cNvSpPr/>
          <p:nvPr/>
        </p:nvSpPr>
        <p:spPr>
          <a:xfrm>
            <a:off x="344728" y="757575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9" name="bg object 279"/>
          <p:cNvSpPr/>
          <p:nvPr/>
        </p:nvSpPr>
        <p:spPr>
          <a:xfrm>
            <a:off x="304800" y="757575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0" name="bg object 280"/>
          <p:cNvSpPr/>
          <p:nvPr/>
        </p:nvSpPr>
        <p:spPr>
          <a:xfrm>
            <a:off x="344728" y="781052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bg object 281"/>
          <p:cNvSpPr/>
          <p:nvPr/>
        </p:nvSpPr>
        <p:spPr>
          <a:xfrm>
            <a:off x="304800" y="781052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2" name="bg object 282"/>
          <p:cNvSpPr/>
          <p:nvPr/>
        </p:nvSpPr>
        <p:spPr>
          <a:xfrm>
            <a:off x="344728" y="8045525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bg object 283"/>
          <p:cNvSpPr/>
          <p:nvPr/>
        </p:nvSpPr>
        <p:spPr>
          <a:xfrm>
            <a:off x="304800" y="8045525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4" name="bg object 284"/>
          <p:cNvSpPr/>
          <p:nvPr/>
        </p:nvSpPr>
        <p:spPr>
          <a:xfrm>
            <a:off x="344728" y="828022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5" name="bg object 285"/>
          <p:cNvSpPr/>
          <p:nvPr/>
        </p:nvSpPr>
        <p:spPr>
          <a:xfrm>
            <a:off x="304800" y="828022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6" name="bg object 286"/>
          <p:cNvSpPr/>
          <p:nvPr/>
        </p:nvSpPr>
        <p:spPr>
          <a:xfrm>
            <a:off x="344728" y="851491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7" name="bg object 287"/>
          <p:cNvSpPr/>
          <p:nvPr/>
        </p:nvSpPr>
        <p:spPr>
          <a:xfrm>
            <a:off x="304800" y="851491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8" name="bg object 288"/>
          <p:cNvSpPr/>
          <p:nvPr/>
        </p:nvSpPr>
        <p:spPr>
          <a:xfrm>
            <a:off x="344728" y="8749562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9" name="bg object 289"/>
          <p:cNvSpPr/>
          <p:nvPr/>
        </p:nvSpPr>
        <p:spPr>
          <a:xfrm>
            <a:off x="304800" y="8749562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0" name="bg object 290"/>
          <p:cNvSpPr/>
          <p:nvPr/>
        </p:nvSpPr>
        <p:spPr>
          <a:xfrm>
            <a:off x="344728" y="8984259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1" name="bg object 291"/>
          <p:cNvSpPr/>
          <p:nvPr/>
        </p:nvSpPr>
        <p:spPr>
          <a:xfrm>
            <a:off x="304800" y="8984259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2" name="bg object 292"/>
          <p:cNvSpPr/>
          <p:nvPr/>
        </p:nvSpPr>
        <p:spPr>
          <a:xfrm>
            <a:off x="344728" y="921931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3" name="bg object 293"/>
          <p:cNvSpPr/>
          <p:nvPr/>
        </p:nvSpPr>
        <p:spPr>
          <a:xfrm>
            <a:off x="304800" y="921931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4" name="bg object 294"/>
          <p:cNvSpPr/>
          <p:nvPr/>
        </p:nvSpPr>
        <p:spPr>
          <a:xfrm>
            <a:off x="344728" y="9454006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5" name="bg object 295"/>
          <p:cNvSpPr/>
          <p:nvPr/>
        </p:nvSpPr>
        <p:spPr>
          <a:xfrm>
            <a:off x="304800" y="9454006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6" name="bg object 296"/>
          <p:cNvSpPr/>
          <p:nvPr/>
        </p:nvSpPr>
        <p:spPr>
          <a:xfrm>
            <a:off x="344728" y="9688702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7" name="bg object 297"/>
          <p:cNvSpPr/>
          <p:nvPr/>
        </p:nvSpPr>
        <p:spPr>
          <a:xfrm>
            <a:off x="304800" y="9688702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8" name="bg object 298"/>
          <p:cNvSpPr/>
          <p:nvPr/>
        </p:nvSpPr>
        <p:spPr>
          <a:xfrm>
            <a:off x="344728" y="9923398"/>
            <a:ext cx="56515" cy="235585"/>
          </a:xfrm>
          <a:custGeom>
            <a:avLst/>
            <a:gdLst/>
            <a:ahLst/>
            <a:cxnLst/>
            <a:rect l="l" t="t" r="r" b="b"/>
            <a:pathLst>
              <a:path w="56514" h="235584">
                <a:moveTo>
                  <a:pt x="56388" y="0"/>
                </a:moveTo>
                <a:lnTo>
                  <a:pt x="0" y="0"/>
                </a:lnTo>
                <a:lnTo>
                  <a:pt x="0" y="235305"/>
                </a:lnTo>
                <a:lnTo>
                  <a:pt x="56388" y="235305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9" name="bg object 299"/>
          <p:cNvSpPr/>
          <p:nvPr/>
        </p:nvSpPr>
        <p:spPr>
          <a:xfrm>
            <a:off x="304800" y="9923398"/>
            <a:ext cx="6985" cy="235585"/>
          </a:xfrm>
          <a:custGeom>
            <a:avLst/>
            <a:gdLst/>
            <a:ahLst/>
            <a:cxnLst/>
            <a:rect l="l" t="t" r="r" b="b"/>
            <a:pathLst>
              <a:path w="6985" h="235584">
                <a:moveTo>
                  <a:pt x="6704" y="0"/>
                </a:moveTo>
                <a:lnTo>
                  <a:pt x="0" y="0"/>
                </a:lnTo>
                <a:lnTo>
                  <a:pt x="0" y="235305"/>
                </a:lnTo>
                <a:lnTo>
                  <a:pt x="6704" y="235305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8575" y="3566617"/>
            <a:ext cx="4965700" cy="1365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899410" y="795273"/>
            <a:ext cx="1880235" cy="3060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248285">
              <a:lnSpc>
                <a:spcPts val="150"/>
              </a:lnSpc>
              <a:spcBef>
                <a:spcPts val="90"/>
              </a:spcBef>
            </a:pPr>
            <a:r>
              <a:rPr dirty="0" sz="200" spc="-25" b="1">
                <a:latin typeface="Times New Roman"/>
                <a:cs typeface="Times New Roman"/>
              </a:rPr>
              <a:t>1.</a:t>
            </a:r>
            <a:endParaRPr sz="200">
              <a:latin typeface="Times New Roman"/>
              <a:cs typeface="Times New Roman"/>
            </a:endParaRPr>
          </a:p>
          <a:p>
            <a:pPr marL="12700">
              <a:lnSpc>
                <a:spcPts val="2070"/>
              </a:lnSpc>
            </a:pP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Report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88821" y="2206625"/>
            <a:ext cx="5188585" cy="305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445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Submitted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partial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fulfillment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of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requirement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the </a:t>
            </a:r>
            <a:r>
              <a:rPr dirty="0" sz="1800">
                <a:latin typeface="Times New Roman"/>
                <a:cs typeface="Times New Roman"/>
              </a:rPr>
              <a:t>award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degree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900">
                <a:latin typeface="Times New Roman"/>
                <a:cs typeface="Times New Roman"/>
              </a:rPr>
              <a:t>Bachelor</a:t>
            </a:r>
            <a:r>
              <a:rPr dirty="0" sz="1900" spc="-10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of</a:t>
            </a:r>
            <a:r>
              <a:rPr dirty="0" sz="1900" spc="-80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Computer</a:t>
            </a:r>
            <a:r>
              <a:rPr dirty="0" sz="1900" spc="-9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Application</a:t>
            </a:r>
            <a:r>
              <a:rPr dirty="0" sz="1900" spc="-50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(BCA)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900">
              <a:latin typeface="Times New Roman"/>
              <a:cs typeface="Times New Roman"/>
            </a:endParaRPr>
          </a:p>
          <a:p>
            <a:pPr algn="ctr" marL="8255">
              <a:lnSpc>
                <a:spcPct val="100000"/>
              </a:lnSpc>
            </a:pPr>
            <a:r>
              <a:rPr dirty="0" sz="1600" spc="-20">
                <a:latin typeface="Times New Roman"/>
                <a:cs typeface="Times New Roman"/>
              </a:rPr>
              <a:t>Academic</a:t>
            </a:r>
            <a:r>
              <a:rPr dirty="0" sz="1600" spc="-8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Year</a:t>
            </a:r>
            <a:r>
              <a:rPr dirty="0" sz="1600" spc="-10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2023</a:t>
            </a:r>
            <a:r>
              <a:rPr dirty="0" sz="1600" spc="-80">
                <a:latin typeface="Times New Roman"/>
                <a:cs typeface="Times New Roman"/>
              </a:rPr>
              <a:t> </a:t>
            </a:r>
            <a:r>
              <a:rPr dirty="0" sz="1600">
                <a:latin typeface="Arial MT"/>
                <a:cs typeface="Arial MT"/>
              </a:rPr>
              <a:t>–</a:t>
            </a:r>
            <a:r>
              <a:rPr dirty="0" sz="1600" spc="-114">
                <a:latin typeface="Arial MT"/>
                <a:cs typeface="Arial MT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24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70"/>
              </a:spcBef>
            </a:pPr>
            <a:r>
              <a:rPr dirty="0" sz="1300" spc="-10" b="1">
                <a:latin typeface="Verdana"/>
                <a:cs typeface="Verdana"/>
              </a:rPr>
              <a:t>(Divy</a:t>
            </a:r>
            <a:r>
              <a:rPr dirty="0" sz="1300" spc="-100" b="1">
                <a:latin typeface="Verdana"/>
                <a:cs typeface="Verdana"/>
              </a:rPr>
              <a:t> </a:t>
            </a:r>
            <a:r>
              <a:rPr dirty="0" sz="1300" b="1">
                <a:latin typeface="Verdana"/>
                <a:cs typeface="Verdana"/>
              </a:rPr>
              <a:t>Palejiya)</a:t>
            </a:r>
            <a:r>
              <a:rPr dirty="0" sz="1300" spc="-55" b="1">
                <a:latin typeface="Verdana"/>
                <a:cs typeface="Verdana"/>
              </a:rPr>
              <a:t> </a:t>
            </a:r>
            <a:r>
              <a:rPr dirty="0" sz="1300" spc="-10" b="1">
                <a:latin typeface="Verdana"/>
                <a:cs typeface="Verdana"/>
              </a:rPr>
              <a:t>92200527240</a:t>
            </a:r>
            <a:endParaRPr sz="13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dirty="0" sz="1300" spc="-10" b="1">
                <a:latin typeface="Verdana"/>
                <a:cs typeface="Verdana"/>
              </a:rPr>
              <a:t>(Divyesh</a:t>
            </a:r>
            <a:r>
              <a:rPr dirty="0" sz="1300" spc="-80" b="1">
                <a:latin typeface="Verdana"/>
                <a:cs typeface="Verdana"/>
              </a:rPr>
              <a:t> </a:t>
            </a:r>
            <a:r>
              <a:rPr dirty="0" sz="1300" b="1">
                <a:latin typeface="Verdana"/>
                <a:cs typeface="Verdana"/>
              </a:rPr>
              <a:t>Gangah)</a:t>
            </a:r>
            <a:r>
              <a:rPr dirty="0" sz="1300" spc="-30" b="1">
                <a:latin typeface="Verdana"/>
                <a:cs typeface="Verdana"/>
              </a:rPr>
              <a:t> </a:t>
            </a:r>
            <a:r>
              <a:rPr dirty="0" sz="1300" spc="-10" b="1">
                <a:latin typeface="Verdana"/>
                <a:cs typeface="Verdana"/>
              </a:rPr>
              <a:t>92200527243</a:t>
            </a:r>
            <a:endParaRPr sz="1300">
              <a:latin typeface="Verdana"/>
              <a:cs typeface="Verdana"/>
            </a:endParaRPr>
          </a:p>
          <a:p>
            <a:pPr algn="ctr" marR="2540">
              <a:lnSpc>
                <a:spcPct val="100000"/>
              </a:lnSpc>
              <a:spcBef>
                <a:spcPts val="1010"/>
              </a:spcBef>
            </a:pPr>
            <a:r>
              <a:rPr dirty="0" sz="1300" spc="-10" b="1">
                <a:latin typeface="Verdana"/>
                <a:cs typeface="Verdana"/>
              </a:rPr>
              <a:t>(Aryan</a:t>
            </a:r>
            <a:r>
              <a:rPr dirty="0" sz="1300" spc="-95" b="1">
                <a:latin typeface="Verdana"/>
                <a:cs typeface="Verdana"/>
              </a:rPr>
              <a:t> </a:t>
            </a:r>
            <a:r>
              <a:rPr dirty="0" sz="1300" b="1">
                <a:latin typeface="Verdana"/>
                <a:cs typeface="Verdana"/>
              </a:rPr>
              <a:t>Ponkiya)</a:t>
            </a:r>
            <a:r>
              <a:rPr dirty="0" sz="1300" spc="455" b="1">
                <a:latin typeface="Verdana"/>
                <a:cs typeface="Verdana"/>
              </a:rPr>
              <a:t> </a:t>
            </a:r>
            <a:r>
              <a:rPr dirty="0" sz="1300" spc="-10" b="1">
                <a:latin typeface="Verdana"/>
                <a:cs typeface="Verdana"/>
              </a:rPr>
              <a:t>92200527253</a:t>
            </a:r>
            <a:endParaRPr sz="1300">
              <a:latin typeface="Verdana"/>
              <a:cs typeface="Verdana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581275" y="5538526"/>
          <a:ext cx="2483485" cy="50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7285"/>
              </a:tblGrid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dirty="0" u="heavy" sz="1900" spc="-105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Internal</a:t>
                      </a:r>
                      <a:r>
                        <a:rPr dirty="0" u="heavy" sz="1900" spc="3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heavy" sz="1900" spc="-20" b="1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Guide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40665">
                <a:tc>
                  <a:txBody>
                    <a:bodyPr/>
                    <a:lstStyle/>
                    <a:p>
                      <a:pPr algn="ctr">
                        <a:lnSpc>
                          <a:spcPts val="1795"/>
                        </a:lnSpc>
                      </a:pPr>
                      <a:r>
                        <a:rPr dirty="0" sz="1700" spc="-30">
                          <a:latin typeface="Times New Roman"/>
                          <a:cs typeface="Times New Roman"/>
                        </a:rPr>
                        <a:t>(Prof.</a:t>
                      </a:r>
                      <a:r>
                        <a:rPr dirty="0" sz="17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35">
                          <a:latin typeface="Times New Roman"/>
                          <a:cs typeface="Times New Roman"/>
                        </a:rPr>
                        <a:t>Shivaniba </a:t>
                      </a:r>
                      <a:r>
                        <a:rPr dirty="0" sz="1700" spc="-10">
                          <a:latin typeface="Times New Roman"/>
                          <a:cs typeface="Times New Roman"/>
                        </a:rPr>
                        <a:t>Bhadoriya)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1429638" y="8460104"/>
            <a:ext cx="469519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latin typeface="Calibri"/>
                <a:cs typeface="Calibri"/>
              </a:rPr>
              <a:t>Rajkot-Morbi</a:t>
            </a:r>
            <a:r>
              <a:rPr dirty="0" sz="1300" spc="-6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Road,</a:t>
            </a:r>
            <a:r>
              <a:rPr dirty="0" sz="1300" spc="-5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At</a:t>
            </a:r>
            <a:r>
              <a:rPr dirty="0" sz="1300" spc="-4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&amp;</a:t>
            </a:r>
            <a:r>
              <a:rPr dirty="0" sz="1300" spc="-5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PO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:</a:t>
            </a:r>
            <a:r>
              <a:rPr dirty="0" sz="1300" spc="-4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Gauridad,</a:t>
            </a:r>
            <a:r>
              <a:rPr dirty="0" sz="1300" spc="-4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Rajkot</a:t>
            </a:r>
            <a:r>
              <a:rPr dirty="0" sz="1300" spc="-10">
                <a:latin typeface="Calibri"/>
                <a:cs typeface="Calibri"/>
              </a:rPr>
              <a:t> 360</a:t>
            </a:r>
            <a:r>
              <a:rPr dirty="0" sz="1300" spc="-4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003.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Gujarat.</a:t>
            </a:r>
            <a:r>
              <a:rPr dirty="0" sz="1300" spc="-5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India.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611058" y="1435798"/>
            <a:ext cx="4314190" cy="524510"/>
            <a:chOff x="1611058" y="1435798"/>
            <a:chExt cx="4314190" cy="52451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5290" y="1509013"/>
              <a:ext cx="4239768" cy="451103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618996" y="1443735"/>
              <a:ext cx="4219575" cy="428625"/>
            </a:xfrm>
            <a:custGeom>
              <a:avLst/>
              <a:gdLst/>
              <a:ahLst/>
              <a:cxnLst/>
              <a:rect l="l" t="t" r="r" b="b"/>
              <a:pathLst>
                <a:path w="4219575" h="428625">
                  <a:moveTo>
                    <a:pt x="4219575" y="0"/>
                  </a:moveTo>
                  <a:lnTo>
                    <a:pt x="0" y="0"/>
                  </a:lnTo>
                  <a:lnTo>
                    <a:pt x="0" y="428625"/>
                  </a:lnTo>
                  <a:lnTo>
                    <a:pt x="4219575" y="428625"/>
                  </a:lnTo>
                  <a:lnTo>
                    <a:pt x="42195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618996" y="1443735"/>
              <a:ext cx="4219575" cy="428625"/>
            </a:xfrm>
            <a:custGeom>
              <a:avLst/>
              <a:gdLst/>
              <a:ahLst/>
              <a:cxnLst/>
              <a:rect l="l" t="t" r="r" b="b"/>
              <a:pathLst>
                <a:path w="4219575" h="428625">
                  <a:moveTo>
                    <a:pt x="0" y="428625"/>
                  </a:moveTo>
                  <a:lnTo>
                    <a:pt x="4219575" y="428625"/>
                  </a:lnTo>
                  <a:lnTo>
                    <a:pt x="4219575" y="0"/>
                  </a:lnTo>
                  <a:lnTo>
                    <a:pt x="0" y="0"/>
                  </a:lnTo>
                  <a:lnTo>
                    <a:pt x="0" y="428625"/>
                  </a:lnTo>
                  <a:close/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9981" y="1553844"/>
              <a:ext cx="1143127" cy="26758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57093" y="1553844"/>
              <a:ext cx="1527936" cy="26758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20919" y="1549272"/>
              <a:ext cx="813688" cy="272160"/>
            </a:xfrm>
            <a:prstGeom prst="rect">
              <a:avLst/>
            </a:prstGeom>
          </p:spPr>
        </p:pic>
      </p:grp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41195" y="7148829"/>
            <a:ext cx="3687063" cy="913129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895985" y="8463915"/>
            <a:ext cx="5768975" cy="6350"/>
          </a:xfrm>
          <a:custGeom>
            <a:avLst/>
            <a:gdLst/>
            <a:ahLst/>
            <a:cxnLst/>
            <a:rect l="l" t="t" r="r" b="b"/>
            <a:pathLst>
              <a:path w="5768975" h="6350">
                <a:moveTo>
                  <a:pt x="5768974" y="0"/>
                </a:moveTo>
                <a:lnTo>
                  <a:pt x="0" y="0"/>
                </a:lnTo>
                <a:lnTo>
                  <a:pt x="0" y="6095"/>
                </a:lnTo>
                <a:lnTo>
                  <a:pt x="5768974" y="6095"/>
                </a:lnTo>
                <a:lnTo>
                  <a:pt x="57689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39951" y="1646046"/>
            <a:ext cx="428879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100" b="1">
                <a:latin typeface="Times New Roman"/>
                <a:cs typeface="Times New Roman"/>
              </a:rPr>
              <a:t>Faculty</a:t>
            </a:r>
            <a:r>
              <a:rPr dirty="0" sz="2100" spc="-35" b="1">
                <a:latin typeface="Times New Roman"/>
                <a:cs typeface="Times New Roman"/>
              </a:rPr>
              <a:t> </a:t>
            </a:r>
            <a:r>
              <a:rPr dirty="0" sz="2100" spc="-10" b="1">
                <a:latin typeface="Times New Roman"/>
                <a:cs typeface="Times New Roman"/>
              </a:rPr>
              <a:t>of</a:t>
            </a:r>
            <a:r>
              <a:rPr dirty="0" sz="2100" spc="-35" b="1">
                <a:latin typeface="Times New Roman"/>
                <a:cs typeface="Times New Roman"/>
              </a:rPr>
              <a:t> </a:t>
            </a:r>
            <a:r>
              <a:rPr dirty="0" sz="2100" spc="-114" b="1">
                <a:latin typeface="Times New Roman"/>
                <a:cs typeface="Times New Roman"/>
              </a:rPr>
              <a:t>Computer</a:t>
            </a:r>
            <a:r>
              <a:rPr dirty="0" sz="2100" spc="-15" b="1">
                <a:latin typeface="Times New Roman"/>
                <a:cs typeface="Times New Roman"/>
              </a:rPr>
              <a:t> </a:t>
            </a:r>
            <a:r>
              <a:rPr dirty="0" sz="2100" spc="-95" b="1">
                <a:latin typeface="Times New Roman"/>
                <a:cs typeface="Times New Roman"/>
              </a:rPr>
              <a:t>Applications</a:t>
            </a:r>
            <a:r>
              <a:rPr dirty="0" sz="2100" spc="-35" b="1">
                <a:latin typeface="Times New Roman"/>
                <a:cs typeface="Times New Roman"/>
              </a:rPr>
              <a:t> </a:t>
            </a:r>
            <a:r>
              <a:rPr dirty="0" sz="2100" spc="-75" b="1">
                <a:latin typeface="Times New Roman"/>
                <a:cs typeface="Times New Roman"/>
              </a:rPr>
              <a:t>(FCA)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612519" y="3102705"/>
            <a:ext cx="4445635" cy="399415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ctr" marL="12065">
              <a:lnSpc>
                <a:spcPct val="100000"/>
              </a:lnSpc>
              <a:spcBef>
                <a:spcPts val="325"/>
              </a:spcBef>
            </a:pPr>
            <a:r>
              <a:rPr dirty="0" sz="1700" spc="-140" b="1" i="1">
                <a:latin typeface="Cambria"/>
                <a:cs typeface="Cambria"/>
              </a:rPr>
              <a:t>This</a:t>
            </a:r>
            <a:r>
              <a:rPr dirty="0" sz="1700" spc="45" b="1" i="1">
                <a:latin typeface="Cambria"/>
                <a:cs typeface="Cambria"/>
              </a:rPr>
              <a:t> </a:t>
            </a:r>
            <a:r>
              <a:rPr dirty="0" sz="1700" spc="-80" b="1" i="1">
                <a:latin typeface="Cambria"/>
                <a:cs typeface="Cambria"/>
              </a:rPr>
              <a:t>is</a:t>
            </a:r>
            <a:r>
              <a:rPr dirty="0" sz="1700" spc="-15" b="1" i="1">
                <a:latin typeface="Cambria"/>
                <a:cs typeface="Cambria"/>
              </a:rPr>
              <a:t> </a:t>
            </a:r>
            <a:r>
              <a:rPr dirty="0" sz="1700" spc="-60" b="1" i="1">
                <a:latin typeface="Cambria"/>
                <a:cs typeface="Cambria"/>
              </a:rPr>
              <a:t>to</a:t>
            </a:r>
            <a:r>
              <a:rPr dirty="0" sz="1700" spc="20" b="1" i="1">
                <a:latin typeface="Cambria"/>
                <a:cs typeface="Cambria"/>
              </a:rPr>
              <a:t> </a:t>
            </a:r>
            <a:r>
              <a:rPr dirty="0" sz="1700" spc="-114" b="1" i="1">
                <a:latin typeface="Cambria"/>
                <a:cs typeface="Cambria"/>
              </a:rPr>
              <a:t>certify</a:t>
            </a:r>
            <a:r>
              <a:rPr dirty="0" sz="1700" spc="40" b="1" i="1">
                <a:latin typeface="Cambria"/>
                <a:cs typeface="Cambria"/>
              </a:rPr>
              <a:t> </a:t>
            </a:r>
            <a:r>
              <a:rPr dirty="0" sz="1700" spc="-110" b="1" i="1">
                <a:latin typeface="Cambria"/>
                <a:cs typeface="Cambria"/>
              </a:rPr>
              <a:t>that</a:t>
            </a:r>
            <a:r>
              <a:rPr dirty="0" sz="1700" spc="40" b="1" i="1">
                <a:latin typeface="Cambria"/>
                <a:cs typeface="Cambria"/>
              </a:rPr>
              <a:t> </a:t>
            </a:r>
            <a:r>
              <a:rPr dirty="0" sz="1700" spc="-105" b="1" i="1">
                <a:latin typeface="Cambria"/>
                <a:cs typeface="Cambria"/>
              </a:rPr>
              <a:t>the</a:t>
            </a:r>
            <a:r>
              <a:rPr dirty="0" sz="1700" spc="65" b="1" i="1">
                <a:latin typeface="Cambria"/>
                <a:cs typeface="Cambria"/>
              </a:rPr>
              <a:t> </a:t>
            </a:r>
            <a:r>
              <a:rPr dirty="0" sz="1700" spc="-125" b="1" i="1">
                <a:latin typeface="Cambria"/>
                <a:cs typeface="Cambria"/>
              </a:rPr>
              <a:t>project</a:t>
            </a:r>
            <a:r>
              <a:rPr dirty="0" sz="1700" spc="45" b="1" i="1">
                <a:latin typeface="Cambria"/>
                <a:cs typeface="Cambria"/>
              </a:rPr>
              <a:t> </a:t>
            </a:r>
            <a:r>
              <a:rPr dirty="0" sz="1700" spc="-160" b="1" i="1">
                <a:latin typeface="Cambria"/>
                <a:cs typeface="Cambria"/>
              </a:rPr>
              <a:t>work</a:t>
            </a:r>
            <a:r>
              <a:rPr dirty="0" sz="1700" spc="65" b="1" i="1">
                <a:latin typeface="Cambria"/>
                <a:cs typeface="Cambria"/>
              </a:rPr>
              <a:t> </a:t>
            </a:r>
            <a:r>
              <a:rPr dirty="0" sz="1700" spc="-10" b="1" i="1">
                <a:latin typeface="Cambria"/>
                <a:cs typeface="Cambria"/>
              </a:rPr>
              <a:t>entitled</a:t>
            </a:r>
            <a:endParaRPr sz="1700">
              <a:latin typeface="Cambria"/>
              <a:cs typeface="Cambria"/>
            </a:endParaRPr>
          </a:p>
          <a:p>
            <a:pPr algn="r" marR="716280">
              <a:lnSpc>
                <a:spcPct val="100000"/>
              </a:lnSpc>
              <a:spcBef>
                <a:spcPts val="310"/>
              </a:spcBef>
            </a:pPr>
            <a:r>
              <a:rPr dirty="0" sz="2400" spc="-55" b="1">
                <a:latin typeface="Times New Roman"/>
                <a:cs typeface="Times New Roman"/>
              </a:rPr>
              <a:t>Employee</a:t>
            </a:r>
            <a:r>
              <a:rPr dirty="0" sz="2400" spc="-9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Management</a:t>
            </a:r>
            <a:endParaRPr sz="2400">
              <a:latin typeface="Times New Roman"/>
              <a:cs typeface="Times New Roman"/>
            </a:endParaRPr>
          </a:p>
          <a:p>
            <a:pPr algn="ctr" marL="12065" marR="5080">
              <a:lnSpc>
                <a:spcPct val="125899"/>
              </a:lnSpc>
              <a:spcBef>
                <a:spcPts val="219"/>
              </a:spcBef>
            </a:pPr>
            <a:r>
              <a:rPr dirty="0" sz="1700" spc="-140" b="1" i="1">
                <a:latin typeface="Cambria"/>
                <a:cs typeface="Cambria"/>
              </a:rPr>
              <a:t>submitted</a:t>
            </a:r>
            <a:r>
              <a:rPr dirty="0" sz="1700" spc="-10" b="1" i="1">
                <a:latin typeface="Cambria"/>
                <a:cs typeface="Cambria"/>
              </a:rPr>
              <a:t> </a:t>
            </a:r>
            <a:r>
              <a:rPr dirty="0" sz="1700" spc="-140" b="1" i="1">
                <a:latin typeface="Cambria"/>
                <a:cs typeface="Cambria"/>
              </a:rPr>
              <a:t>in</a:t>
            </a:r>
            <a:r>
              <a:rPr dirty="0" sz="1700" spc="-5" b="1" i="1">
                <a:latin typeface="Cambria"/>
                <a:cs typeface="Cambria"/>
              </a:rPr>
              <a:t> </a:t>
            </a:r>
            <a:r>
              <a:rPr dirty="0" sz="1700" spc="-120" b="1" i="1">
                <a:latin typeface="Cambria"/>
                <a:cs typeface="Cambria"/>
              </a:rPr>
              <a:t>partial</a:t>
            </a:r>
            <a:r>
              <a:rPr dirty="0" sz="1700" spc="-25" b="1" i="1">
                <a:latin typeface="Cambria"/>
                <a:cs typeface="Cambria"/>
              </a:rPr>
              <a:t> </a:t>
            </a:r>
            <a:r>
              <a:rPr dirty="0" sz="1700" spc="-120" b="1" i="1">
                <a:latin typeface="Cambria"/>
                <a:cs typeface="Cambria"/>
              </a:rPr>
              <a:t>fulfillment</a:t>
            </a:r>
            <a:r>
              <a:rPr dirty="0" sz="1700" spc="-30" b="1" i="1">
                <a:latin typeface="Cambria"/>
                <a:cs typeface="Cambria"/>
              </a:rPr>
              <a:t> </a:t>
            </a:r>
            <a:r>
              <a:rPr dirty="0" sz="1700" spc="-120" b="1" i="1">
                <a:latin typeface="Cambria"/>
                <a:cs typeface="Cambria"/>
              </a:rPr>
              <a:t>of</a:t>
            </a:r>
            <a:r>
              <a:rPr dirty="0" sz="1700" spc="-40" b="1" i="1">
                <a:latin typeface="Cambria"/>
                <a:cs typeface="Cambria"/>
              </a:rPr>
              <a:t> </a:t>
            </a:r>
            <a:r>
              <a:rPr dirty="0" sz="1700" spc="-135" b="1" i="1">
                <a:latin typeface="Cambria"/>
                <a:cs typeface="Cambria"/>
              </a:rPr>
              <a:t>the</a:t>
            </a:r>
            <a:r>
              <a:rPr dirty="0" sz="1700" spc="-5" b="1" i="1">
                <a:latin typeface="Cambria"/>
                <a:cs typeface="Cambria"/>
              </a:rPr>
              <a:t> </a:t>
            </a:r>
            <a:r>
              <a:rPr dirty="0" sz="1700" spc="-145" b="1" i="1">
                <a:latin typeface="Cambria"/>
                <a:cs typeface="Cambria"/>
              </a:rPr>
              <a:t>requirement</a:t>
            </a:r>
            <a:r>
              <a:rPr dirty="0" sz="1700" spc="-30" b="1" i="1">
                <a:latin typeface="Cambria"/>
                <a:cs typeface="Cambria"/>
              </a:rPr>
              <a:t> </a:t>
            </a:r>
            <a:r>
              <a:rPr dirty="0" sz="1700" spc="-55" b="1" i="1">
                <a:latin typeface="Cambria"/>
                <a:cs typeface="Cambria"/>
              </a:rPr>
              <a:t>for </a:t>
            </a:r>
            <a:r>
              <a:rPr dirty="0" sz="1700" spc="-95" b="1" i="1">
                <a:latin typeface="Cambria"/>
                <a:cs typeface="Cambria"/>
              </a:rPr>
              <a:t>the</a:t>
            </a:r>
            <a:r>
              <a:rPr dirty="0" sz="1700" spc="-10" b="1" i="1">
                <a:latin typeface="Cambria"/>
                <a:cs typeface="Cambria"/>
              </a:rPr>
              <a:t> </a:t>
            </a:r>
            <a:r>
              <a:rPr dirty="0" sz="1700" spc="-120" b="1" i="1">
                <a:latin typeface="Cambria"/>
                <a:cs typeface="Cambria"/>
              </a:rPr>
              <a:t>award</a:t>
            </a:r>
            <a:r>
              <a:rPr dirty="0" sz="1700" spc="5" b="1" i="1">
                <a:latin typeface="Cambria"/>
                <a:cs typeface="Cambria"/>
              </a:rPr>
              <a:t> </a:t>
            </a:r>
            <a:r>
              <a:rPr dirty="0" sz="1700" spc="-100" b="1" i="1">
                <a:latin typeface="Cambria"/>
                <a:cs typeface="Cambria"/>
              </a:rPr>
              <a:t>of</a:t>
            </a:r>
            <a:r>
              <a:rPr dirty="0" sz="1700" spc="-30" b="1" i="1">
                <a:latin typeface="Cambria"/>
                <a:cs typeface="Cambria"/>
              </a:rPr>
              <a:t> </a:t>
            </a:r>
            <a:r>
              <a:rPr dirty="0" sz="1700" spc="-95" b="1" i="1">
                <a:latin typeface="Cambria"/>
                <a:cs typeface="Cambria"/>
              </a:rPr>
              <a:t>the</a:t>
            </a:r>
            <a:r>
              <a:rPr dirty="0" sz="1700" spc="-10" b="1" i="1">
                <a:latin typeface="Cambria"/>
                <a:cs typeface="Cambria"/>
              </a:rPr>
              <a:t> </a:t>
            </a:r>
            <a:r>
              <a:rPr dirty="0" sz="1700" spc="-95" b="1" i="1">
                <a:latin typeface="Cambria"/>
                <a:cs typeface="Cambria"/>
              </a:rPr>
              <a:t>degree</a:t>
            </a:r>
            <a:r>
              <a:rPr dirty="0" sz="1700" spc="-10" b="1" i="1">
                <a:latin typeface="Cambria"/>
                <a:cs typeface="Cambria"/>
              </a:rPr>
              <a:t> </a:t>
            </a:r>
            <a:r>
              <a:rPr dirty="0" sz="1700" spc="-25" b="1" i="1">
                <a:latin typeface="Cambria"/>
                <a:cs typeface="Cambria"/>
              </a:rPr>
              <a:t>of</a:t>
            </a:r>
            <a:endParaRPr sz="1700">
              <a:latin typeface="Cambria"/>
              <a:cs typeface="Cambria"/>
            </a:endParaRPr>
          </a:p>
          <a:p>
            <a:pPr algn="r" marR="648970">
              <a:lnSpc>
                <a:spcPct val="100000"/>
              </a:lnSpc>
              <a:spcBef>
                <a:spcPts val="245"/>
              </a:spcBef>
            </a:pPr>
            <a:r>
              <a:rPr dirty="0" sz="2200" spc="-220" b="1" i="1">
                <a:latin typeface="Times New Roman"/>
                <a:cs typeface="Times New Roman"/>
              </a:rPr>
              <a:t>Bachelor</a:t>
            </a:r>
            <a:r>
              <a:rPr dirty="0" sz="2200" spc="110" b="1" i="1">
                <a:latin typeface="Times New Roman"/>
                <a:cs typeface="Times New Roman"/>
              </a:rPr>
              <a:t> </a:t>
            </a:r>
            <a:r>
              <a:rPr dirty="0" sz="2200" spc="-190" b="1" i="1">
                <a:latin typeface="Times New Roman"/>
                <a:cs typeface="Times New Roman"/>
              </a:rPr>
              <a:t>of</a:t>
            </a:r>
            <a:r>
              <a:rPr dirty="0" sz="2200" spc="80" b="1" i="1">
                <a:latin typeface="Times New Roman"/>
                <a:cs typeface="Times New Roman"/>
              </a:rPr>
              <a:t> </a:t>
            </a:r>
            <a:r>
              <a:rPr dirty="0" sz="2200" spc="-240" b="1" i="1">
                <a:latin typeface="Times New Roman"/>
                <a:cs typeface="Times New Roman"/>
              </a:rPr>
              <a:t>Computer</a:t>
            </a:r>
            <a:r>
              <a:rPr dirty="0" sz="2200" spc="114" b="1" i="1">
                <a:latin typeface="Times New Roman"/>
                <a:cs typeface="Times New Roman"/>
              </a:rPr>
              <a:t> </a:t>
            </a:r>
            <a:r>
              <a:rPr dirty="0" sz="2200" spc="-120" b="1" i="1">
                <a:latin typeface="Times New Roman"/>
                <a:cs typeface="Times New Roman"/>
              </a:rPr>
              <a:t>Application</a:t>
            </a:r>
            <a:endParaRPr sz="2200">
              <a:latin typeface="Times New Roman"/>
              <a:cs typeface="Times New Roman"/>
            </a:endParaRPr>
          </a:p>
          <a:p>
            <a:pPr algn="ctr" marL="10160">
              <a:lnSpc>
                <a:spcPct val="100000"/>
              </a:lnSpc>
              <a:spcBef>
                <a:spcPts val="715"/>
              </a:spcBef>
            </a:pPr>
            <a:r>
              <a:rPr dirty="0" sz="1700" b="1" i="1">
                <a:latin typeface="Cambria"/>
                <a:cs typeface="Cambria"/>
              </a:rPr>
              <a:t>of</a:t>
            </a:r>
            <a:r>
              <a:rPr dirty="0" sz="1700" spc="-25" b="1" i="1">
                <a:latin typeface="Cambria"/>
                <a:cs typeface="Cambria"/>
              </a:rPr>
              <a:t> the</a:t>
            </a:r>
            <a:endParaRPr sz="1700">
              <a:latin typeface="Cambria"/>
              <a:cs typeface="Cambria"/>
            </a:endParaRPr>
          </a:p>
          <a:p>
            <a:pPr algn="ctr" marR="92710">
              <a:lnSpc>
                <a:spcPct val="100000"/>
              </a:lnSpc>
              <a:spcBef>
                <a:spcPts val="170"/>
              </a:spcBef>
            </a:pPr>
            <a:r>
              <a:rPr dirty="0" sz="2300" spc="-140" b="1" i="1">
                <a:latin typeface="Times New Roman"/>
                <a:cs typeface="Times New Roman"/>
              </a:rPr>
              <a:t>Marwadi</a:t>
            </a:r>
            <a:r>
              <a:rPr dirty="0" sz="2300" spc="-75" b="1" i="1">
                <a:latin typeface="Times New Roman"/>
                <a:cs typeface="Times New Roman"/>
              </a:rPr>
              <a:t> </a:t>
            </a:r>
            <a:r>
              <a:rPr dirty="0" sz="2300" spc="-10" b="1" i="1">
                <a:latin typeface="Times New Roman"/>
                <a:cs typeface="Times New Roman"/>
              </a:rPr>
              <a:t>University</a:t>
            </a:r>
            <a:endParaRPr sz="2300">
              <a:latin typeface="Times New Roman"/>
              <a:cs typeface="Times New Roman"/>
            </a:endParaRPr>
          </a:p>
          <a:p>
            <a:pPr algn="ctr" marL="10795">
              <a:lnSpc>
                <a:spcPct val="100000"/>
              </a:lnSpc>
              <a:spcBef>
                <a:spcPts val="815"/>
              </a:spcBef>
            </a:pPr>
            <a:r>
              <a:rPr dirty="0" sz="1700" spc="-80" b="1" i="1">
                <a:latin typeface="Cambria"/>
                <a:cs typeface="Cambria"/>
              </a:rPr>
              <a:t>is</a:t>
            </a:r>
            <a:r>
              <a:rPr dirty="0" sz="1700" spc="15" b="1" i="1">
                <a:latin typeface="Cambria"/>
                <a:cs typeface="Cambria"/>
              </a:rPr>
              <a:t> </a:t>
            </a:r>
            <a:r>
              <a:rPr dirty="0" sz="1700" spc="-160" b="1" i="1">
                <a:latin typeface="Cambria"/>
                <a:cs typeface="Cambria"/>
              </a:rPr>
              <a:t>a</a:t>
            </a:r>
            <a:r>
              <a:rPr dirty="0" sz="1700" spc="60" b="1" i="1">
                <a:latin typeface="Cambria"/>
                <a:cs typeface="Cambria"/>
              </a:rPr>
              <a:t> </a:t>
            </a:r>
            <a:r>
              <a:rPr dirty="0" sz="1700" spc="-120" b="1" i="1">
                <a:latin typeface="Cambria"/>
                <a:cs typeface="Cambria"/>
              </a:rPr>
              <a:t>result</a:t>
            </a:r>
            <a:r>
              <a:rPr dirty="0" sz="1700" spc="35" b="1" i="1">
                <a:latin typeface="Cambria"/>
                <a:cs typeface="Cambria"/>
              </a:rPr>
              <a:t> </a:t>
            </a:r>
            <a:r>
              <a:rPr dirty="0" sz="1700" spc="-120" b="1" i="1">
                <a:latin typeface="Cambria"/>
                <a:cs typeface="Cambria"/>
              </a:rPr>
              <a:t>of</a:t>
            </a:r>
            <a:r>
              <a:rPr dirty="0" sz="1700" spc="30" b="1" i="1">
                <a:latin typeface="Cambria"/>
                <a:cs typeface="Cambria"/>
              </a:rPr>
              <a:t> </a:t>
            </a:r>
            <a:r>
              <a:rPr dirty="0" sz="1700" spc="-114" b="1" i="1">
                <a:latin typeface="Cambria"/>
                <a:cs typeface="Cambria"/>
              </a:rPr>
              <a:t>the</a:t>
            </a:r>
            <a:r>
              <a:rPr dirty="0" sz="1700" spc="55" b="1" i="1">
                <a:latin typeface="Cambria"/>
                <a:cs typeface="Cambria"/>
              </a:rPr>
              <a:t> </a:t>
            </a:r>
            <a:r>
              <a:rPr dirty="0" sz="1700" spc="-135" b="1" i="1">
                <a:latin typeface="Cambria"/>
                <a:cs typeface="Cambria"/>
              </a:rPr>
              <a:t>bonafide</a:t>
            </a:r>
            <a:r>
              <a:rPr dirty="0" sz="1700" spc="45" b="1" i="1">
                <a:latin typeface="Cambria"/>
                <a:cs typeface="Cambria"/>
              </a:rPr>
              <a:t> </a:t>
            </a:r>
            <a:r>
              <a:rPr dirty="0" sz="1700" spc="-170" b="1" i="1">
                <a:latin typeface="Cambria"/>
                <a:cs typeface="Cambria"/>
              </a:rPr>
              <a:t>work</a:t>
            </a:r>
            <a:r>
              <a:rPr dirty="0" sz="1700" spc="40" b="1" i="1">
                <a:latin typeface="Cambria"/>
                <a:cs typeface="Cambria"/>
              </a:rPr>
              <a:t> </a:t>
            </a:r>
            <a:r>
              <a:rPr dirty="0" sz="1700" spc="-120" b="1" i="1">
                <a:latin typeface="Cambria"/>
                <a:cs typeface="Cambria"/>
              </a:rPr>
              <a:t>carried</a:t>
            </a:r>
            <a:r>
              <a:rPr dirty="0" sz="1700" spc="55" b="1" i="1">
                <a:latin typeface="Cambria"/>
                <a:cs typeface="Cambria"/>
              </a:rPr>
              <a:t> </a:t>
            </a:r>
            <a:r>
              <a:rPr dirty="0" sz="1700" spc="-125" b="1" i="1">
                <a:latin typeface="Cambria"/>
                <a:cs typeface="Cambria"/>
              </a:rPr>
              <a:t>out</a:t>
            </a:r>
            <a:r>
              <a:rPr dirty="0" sz="1700" spc="60" b="1" i="1">
                <a:latin typeface="Cambria"/>
                <a:cs typeface="Cambria"/>
              </a:rPr>
              <a:t> </a:t>
            </a:r>
            <a:r>
              <a:rPr dirty="0" sz="1700" spc="-25" b="1" i="1">
                <a:latin typeface="Cambria"/>
                <a:cs typeface="Cambria"/>
              </a:rPr>
              <a:t>by</a:t>
            </a:r>
            <a:endParaRPr sz="1700">
              <a:latin typeface="Cambria"/>
              <a:cs typeface="Cambria"/>
            </a:endParaRPr>
          </a:p>
          <a:p>
            <a:pPr algn="ctr" marR="93980">
              <a:lnSpc>
                <a:spcPct val="100000"/>
              </a:lnSpc>
              <a:spcBef>
                <a:spcPts val="220"/>
              </a:spcBef>
            </a:pPr>
            <a:r>
              <a:rPr dirty="0" sz="2200" spc="-114" b="1" i="1">
                <a:latin typeface="Times New Roman"/>
                <a:cs typeface="Times New Roman"/>
              </a:rPr>
              <a:t>Divy</a:t>
            </a:r>
            <a:r>
              <a:rPr dirty="0" sz="2200" spc="-45" b="1" i="1">
                <a:latin typeface="Times New Roman"/>
                <a:cs typeface="Times New Roman"/>
              </a:rPr>
              <a:t> </a:t>
            </a:r>
            <a:r>
              <a:rPr dirty="0" sz="2200" spc="-65" b="1" i="1">
                <a:latin typeface="Times New Roman"/>
                <a:cs typeface="Times New Roman"/>
              </a:rPr>
              <a:t>Palejiya(92200527240)</a:t>
            </a:r>
            <a:endParaRPr sz="2200">
              <a:latin typeface="Times New Roman"/>
              <a:cs typeface="Times New Roman"/>
            </a:endParaRPr>
          </a:p>
          <a:p>
            <a:pPr algn="ctr" marL="625475" marR="725805">
              <a:lnSpc>
                <a:spcPts val="3080"/>
              </a:lnSpc>
              <a:spcBef>
                <a:spcPts val="90"/>
              </a:spcBef>
            </a:pPr>
            <a:r>
              <a:rPr dirty="0" sz="2200" spc="-165" b="1" i="1">
                <a:latin typeface="Times New Roman"/>
                <a:cs typeface="Times New Roman"/>
              </a:rPr>
              <a:t>Divyesh</a:t>
            </a:r>
            <a:r>
              <a:rPr dirty="0" sz="2200" spc="-80" b="1" i="1">
                <a:latin typeface="Times New Roman"/>
                <a:cs typeface="Times New Roman"/>
              </a:rPr>
              <a:t> </a:t>
            </a:r>
            <a:r>
              <a:rPr dirty="0" sz="2200" spc="-175" b="1" i="1">
                <a:latin typeface="Times New Roman"/>
                <a:cs typeface="Times New Roman"/>
              </a:rPr>
              <a:t>Gangah(92200527243) </a:t>
            </a:r>
            <a:r>
              <a:rPr dirty="0" sz="2200" spc="-125" b="1" i="1">
                <a:latin typeface="Times New Roman"/>
                <a:cs typeface="Times New Roman"/>
              </a:rPr>
              <a:t>Aryan</a:t>
            </a:r>
            <a:r>
              <a:rPr dirty="0" sz="2200" spc="-105" b="1" i="1">
                <a:latin typeface="Times New Roman"/>
                <a:cs typeface="Times New Roman"/>
              </a:rPr>
              <a:t> </a:t>
            </a:r>
            <a:r>
              <a:rPr dirty="0" sz="2200" spc="-120" b="1" i="1">
                <a:latin typeface="Times New Roman"/>
                <a:cs typeface="Times New Roman"/>
              </a:rPr>
              <a:t>Ponkiya(92200527253)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83917" y="7884032"/>
            <a:ext cx="291338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35" b="1" i="1">
                <a:latin typeface="Cambria"/>
                <a:cs typeface="Cambria"/>
              </a:rPr>
              <a:t>during</a:t>
            </a:r>
            <a:r>
              <a:rPr dirty="0" sz="1700" spc="55" b="1" i="1">
                <a:latin typeface="Cambria"/>
                <a:cs typeface="Cambria"/>
              </a:rPr>
              <a:t> </a:t>
            </a:r>
            <a:r>
              <a:rPr dirty="0" sz="1700" spc="-105" b="1" i="1">
                <a:latin typeface="Cambria"/>
                <a:cs typeface="Cambria"/>
              </a:rPr>
              <a:t>the</a:t>
            </a:r>
            <a:r>
              <a:rPr dirty="0" sz="1700" spc="60" b="1" i="1">
                <a:latin typeface="Cambria"/>
                <a:cs typeface="Cambria"/>
              </a:rPr>
              <a:t> </a:t>
            </a:r>
            <a:r>
              <a:rPr dirty="0" sz="1700" spc="-145" b="1" i="1">
                <a:latin typeface="Cambria"/>
                <a:cs typeface="Cambria"/>
              </a:rPr>
              <a:t>academic</a:t>
            </a:r>
            <a:r>
              <a:rPr dirty="0" sz="1700" spc="55" b="1" i="1">
                <a:latin typeface="Cambria"/>
                <a:cs typeface="Cambria"/>
              </a:rPr>
              <a:t> </a:t>
            </a:r>
            <a:r>
              <a:rPr dirty="0" sz="1700" spc="-114" b="1" i="1">
                <a:latin typeface="Cambria"/>
                <a:cs typeface="Cambria"/>
              </a:rPr>
              <a:t>year</a:t>
            </a:r>
            <a:r>
              <a:rPr dirty="0" sz="1700" spc="70" b="1" i="1">
                <a:latin typeface="Cambria"/>
                <a:cs typeface="Cambria"/>
              </a:rPr>
              <a:t> </a:t>
            </a:r>
            <a:r>
              <a:rPr dirty="0" sz="1700" spc="-150" b="1" i="1">
                <a:latin typeface="Cambria"/>
                <a:cs typeface="Cambria"/>
              </a:rPr>
              <a:t>2023-</a:t>
            </a:r>
            <a:r>
              <a:rPr dirty="0" sz="1700" spc="-105" b="1" i="1">
                <a:latin typeface="Cambria"/>
                <a:cs typeface="Cambria"/>
              </a:rPr>
              <a:t>24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18717" y="8588120"/>
            <a:ext cx="1459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 i="1">
                <a:latin typeface="Cambria"/>
                <a:cs typeface="Cambria"/>
              </a:rPr>
              <a:t>Shivaniba</a:t>
            </a:r>
            <a:r>
              <a:rPr dirty="0" sz="1200" spc="-65" b="1" i="1">
                <a:latin typeface="Cambria"/>
                <a:cs typeface="Cambria"/>
              </a:rPr>
              <a:t> </a:t>
            </a:r>
            <a:r>
              <a:rPr dirty="0" sz="1200" spc="-10" b="1" i="1">
                <a:latin typeface="Cambria"/>
                <a:cs typeface="Cambria"/>
              </a:rPr>
              <a:t>Bhadoriya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388785" y="8588120"/>
            <a:ext cx="8432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 i="1">
                <a:latin typeface="Cambria"/>
                <a:cs typeface="Cambria"/>
              </a:rPr>
              <a:t>Sunil</a:t>
            </a:r>
            <a:r>
              <a:rPr dirty="0" sz="1200" spc="10" b="1" i="1">
                <a:latin typeface="Cambria"/>
                <a:cs typeface="Cambria"/>
              </a:rPr>
              <a:t> </a:t>
            </a:r>
            <a:r>
              <a:rPr dirty="0" sz="1200" spc="-10" b="1" i="1">
                <a:latin typeface="Cambria"/>
                <a:cs typeface="Cambria"/>
              </a:rPr>
              <a:t>Bajeja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381371" y="8588120"/>
            <a:ext cx="10394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 i="1">
                <a:latin typeface="Cambria"/>
                <a:cs typeface="Cambria"/>
              </a:rPr>
              <a:t>Shridharan</a:t>
            </a:r>
            <a:r>
              <a:rPr dirty="0" sz="1200" spc="25" b="1" i="1">
                <a:latin typeface="Cambria"/>
                <a:cs typeface="Cambria"/>
              </a:rPr>
              <a:t> </a:t>
            </a:r>
            <a:r>
              <a:rPr dirty="0" sz="1200" spc="-25" b="1" i="1">
                <a:latin typeface="Cambria"/>
                <a:cs typeface="Cambria"/>
              </a:rPr>
              <a:t>Sir</a:t>
            </a:r>
            <a:endParaRPr sz="1200">
              <a:latin typeface="Cambria"/>
              <a:cs typeface="Cambria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917752" y="8945243"/>
          <a:ext cx="5815330" cy="209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7520"/>
                <a:gridCol w="280669"/>
                <a:gridCol w="1729105"/>
                <a:gridCol w="280670"/>
                <a:gridCol w="1701164"/>
              </a:tblGrid>
              <a:tr h="209550">
                <a:tc>
                  <a:txBody>
                    <a:bodyPr/>
                    <a:lstStyle/>
                    <a:p>
                      <a:pPr marL="289560">
                        <a:lnSpc>
                          <a:spcPts val="1550"/>
                        </a:lnSpc>
                      </a:pPr>
                      <a:r>
                        <a:rPr dirty="0" sz="1500" b="1">
                          <a:latin typeface="Times New Roman"/>
                          <a:cs typeface="Times New Roman"/>
                        </a:rPr>
                        <a:t>Faculty</a:t>
                      </a:r>
                      <a:r>
                        <a:rPr dirty="0" sz="1500" spc="-8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00" spc="-10" b="1">
                          <a:latin typeface="Times New Roman"/>
                          <a:cs typeface="Times New Roman"/>
                        </a:rPr>
                        <a:t>Guide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1550"/>
                        </a:lnSpc>
                      </a:pPr>
                      <a:r>
                        <a:rPr dirty="0" sz="1500" spc="-25" b="1">
                          <a:latin typeface="Times New Roman"/>
                          <a:cs typeface="Times New Roman"/>
                        </a:rPr>
                        <a:t>HOD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0"/>
                        </a:lnSpc>
                      </a:pPr>
                      <a:r>
                        <a:rPr dirty="0" sz="1500" spc="-20" b="1">
                          <a:latin typeface="Times New Roman"/>
                          <a:cs typeface="Times New Roman"/>
                        </a:rPr>
                        <a:t>Dean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2235" y="954023"/>
            <a:ext cx="2259711" cy="55156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53664" y="2169807"/>
            <a:ext cx="2396490" cy="7378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2097151"/>
            <a:ext cx="5771515" cy="2906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DECLARATION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endParaRPr sz="18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42500"/>
              </a:lnSpc>
              <a:spcBef>
                <a:spcPts val="5"/>
              </a:spcBef>
            </a:pPr>
            <a:r>
              <a:rPr dirty="0" sz="1300">
                <a:latin typeface="Verdana"/>
                <a:cs typeface="Verdana"/>
              </a:rPr>
              <a:t>I/We</a:t>
            </a:r>
            <a:r>
              <a:rPr dirty="0" sz="1300" spc="35">
                <a:latin typeface="Verdana"/>
                <a:cs typeface="Verdana"/>
              </a:rPr>
              <a:t>  </a:t>
            </a:r>
            <a:r>
              <a:rPr dirty="0" sz="1300">
                <a:latin typeface="Verdana"/>
                <a:cs typeface="Verdana"/>
              </a:rPr>
              <a:t>hereby</a:t>
            </a:r>
            <a:r>
              <a:rPr dirty="0" sz="1300" spc="40">
                <a:latin typeface="Verdana"/>
                <a:cs typeface="Verdana"/>
              </a:rPr>
              <a:t>  </a:t>
            </a:r>
            <a:r>
              <a:rPr dirty="0" sz="1300">
                <a:latin typeface="Verdana"/>
                <a:cs typeface="Verdana"/>
              </a:rPr>
              <a:t>declare</a:t>
            </a:r>
            <a:r>
              <a:rPr dirty="0" sz="1300" spc="45">
                <a:latin typeface="Verdana"/>
                <a:cs typeface="Verdana"/>
              </a:rPr>
              <a:t>  </a:t>
            </a:r>
            <a:r>
              <a:rPr dirty="0" sz="1300">
                <a:latin typeface="Verdana"/>
                <a:cs typeface="Verdana"/>
              </a:rPr>
              <a:t>that</a:t>
            </a:r>
            <a:r>
              <a:rPr dirty="0" sz="1300" spc="45">
                <a:latin typeface="Verdana"/>
                <a:cs typeface="Verdana"/>
              </a:rPr>
              <a:t>  </a:t>
            </a:r>
            <a:r>
              <a:rPr dirty="0" sz="1300">
                <a:latin typeface="Verdana"/>
                <a:cs typeface="Verdana"/>
              </a:rPr>
              <a:t>this</a:t>
            </a:r>
            <a:r>
              <a:rPr dirty="0" sz="1300" spc="50">
                <a:latin typeface="Verdana"/>
                <a:cs typeface="Verdana"/>
              </a:rPr>
              <a:t>  </a:t>
            </a:r>
            <a:r>
              <a:rPr dirty="0" sz="1300">
                <a:latin typeface="Verdana"/>
                <a:cs typeface="Verdana"/>
              </a:rPr>
              <a:t>project</a:t>
            </a:r>
            <a:r>
              <a:rPr dirty="0" sz="1300" spc="35">
                <a:latin typeface="Verdana"/>
                <a:cs typeface="Verdana"/>
              </a:rPr>
              <a:t>  </a:t>
            </a:r>
            <a:r>
              <a:rPr dirty="0" sz="1300">
                <a:latin typeface="Verdana"/>
                <a:cs typeface="Verdana"/>
              </a:rPr>
              <a:t>work</a:t>
            </a:r>
            <a:r>
              <a:rPr dirty="0" sz="1300" spc="50">
                <a:latin typeface="Verdana"/>
                <a:cs typeface="Verdana"/>
              </a:rPr>
              <a:t>  </a:t>
            </a:r>
            <a:r>
              <a:rPr dirty="0" sz="1300">
                <a:latin typeface="Verdana"/>
                <a:cs typeface="Verdana"/>
              </a:rPr>
              <a:t>entitled</a:t>
            </a:r>
            <a:r>
              <a:rPr dirty="0" sz="1300" spc="70">
                <a:latin typeface="Verdana"/>
                <a:cs typeface="Verdana"/>
              </a:rPr>
              <a:t>  </a:t>
            </a:r>
            <a:r>
              <a:rPr dirty="0" sz="1600" spc="-10" b="1">
                <a:latin typeface="Times New Roman"/>
                <a:cs typeface="Times New Roman"/>
              </a:rPr>
              <a:t>Employee Management</a:t>
            </a:r>
            <a:r>
              <a:rPr dirty="0" sz="1600" spc="-7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System</a:t>
            </a:r>
            <a:r>
              <a:rPr dirty="0" sz="1600" spc="100" b="1">
                <a:latin typeface="Times New Roman"/>
                <a:cs typeface="Times New Roman"/>
              </a:rPr>
              <a:t> </a:t>
            </a:r>
            <a:r>
              <a:rPr dirty="0" sz="1300">
                <a:latin typeface="Verdana"/>
                <a:cs typeface="Verdana"/>
              </a:rPr>
              <a:t>is</a:t>
            </a:r>
            <a:r>
              <a:rPr dirty="0" sz="1300" spc="-9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a</a:t>
            </a:r>
            <a:r>
              <a:rPr dirty="0" sz="1300" spc="-9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record</a:t>
            </a:r>
            <a:r>
              <a:rPr dirty="0" sz="1300" spc="-5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done</a:t>
            </a:r>
            <a:r>
              <a:rPr dirty="0" sz="1300" spc="-90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by</a:t>
            </a:r>
            <a:r>
              <a:rPr dirty="0" sz="1300" spc="-65">
                <a:latin typeface="Verdana"/>
                <a:cs typeface="Verdana"/>
              </a:rPr>
              <a:t> </a:t>
            </a:r>
            <a:r>
              <a:rPr dirty="0" sz="1300" spc="-25">
                <a:latin typeface="Verdana"/>
                <a:cs typeface="Verdana"/>
              </a:rPr>
              <a:t>me.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300">
              <a:latin typeface="Verdana"/>
              <a:cs typeface="Verdana"/>
            </a:endParaRPr>
          </a:p>
          <a:p>
            <a:pPr algn="just" marL="12700" marR="17780">
              <a:lnSpc>
                <a:spcPct val="152400"/>
              </a:lnSpc>
            </a:pPr>
            <a:r>
              <a:rPr dirty="0" sz="1300" spc="-10">
                <a:latin typeface="Verdana"/>
                <a:cs typeface="Verdana"/>
              </a:rPr>
              <a:t>I</a:t>
            </a:r>
            <a:r>
              <a:rPr dirty="0" sz="1300" spc="-114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also</a:t>
            </a:r>
            <a:r>
              <a:rPr dirty="0" sz="1300" spc="-95">
                <a:latin typeface="Verdana"/>
                <a:cs typeface="Verdana"/>
              </a:rPr>
              <a:t> </a:t>
            </a:r>
            <a:r>
              <a:rPr dirty="0" sz="1300" spc="-5">
                <a:latin typeface="Verdana"/>
                <a:cs typeface="Verdana"/>
              </a:rPr>
              <a:t>declare</a:t>
            </a:r>
            <a:r>
              <a:rPr dirty="0" sz="1300" spc="-95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that</a:t>
            </a:r>
            <a:r>
              <a:rPr dirty="0" sz="1300" spc="-105">
                <a:latin typeface="Verdana"/>
                <a:cs typeface="Verdana"/>
              </a:rPr>
              <a:t> </a:t>
            </a:r>
            <a:r>
              <a:rPr dirty="0" sz="1300" spc="-15">
                <a:latin typeface="Verdana"/>
                <a:cs typeface="Verdana"/>
              </a:rPr>
              <a:t>the</a:t>
            </a:r>
            <a:r>
              <a:rPr dirty="0" sz="1300" spc="-100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matter</a:t>
            </a:r>
            <a:r>
              <a:rPr dirty="0" sz="1300" spc="-100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embodied</a:t>
            </a:r>
            <a:r>
              <a:rPr dirty="0" sz="1300" spc="-105">
                <a:latin typeface="Verdana"/>
                <a:cs typeface="Verdana"/>
              </a:rPr>
              <a:t> </a:t>
            </a:r>
            <a:r>
              <a:rPr dirty="0" sz="1300" spc="-5">
                <a:latin typeface="Verdana"/>
                <a:cs typeface="Verdana"/>
              </a:rPr>
              <a:t>in</a:t>
            </a:r>
            <a:r>
              <a:rPr dirty="0" sz="1300" spc="-105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this</a:t>
            </a:r>
            <a:r>
              <a:rPr dirty="0" sz="1300" spc="-100">
                <a:latin typeface="Verdana"/>
                <a:cs typeface="Verdana"/>
              </a:rPr>
              <a:t> </a:t>
            </a:r>
            <a:r>
              <a:rPr dirty="0" sz="1300" spc="-5">
                <a:latin typeface="Verdana"/>
                <a:cs typeface="Verdana"/>
              </a:rPr>
              <a:t>project</a:t>
            </a:r>
            <a:r>
              <a:rPr dirty="0" sz="1300" spc="-105">
                <a:latin typeface="Verdana"/>
                <a:cs typeface="Verdana"/>
              </a:rPr>
              <a:t> </a:t>
            </a:r>
            <a:r>
              <a:rPr dirty="0" sz="1300" spc="-5">
                <a:latin typeface="Verdana"/>
                <a:cs typeface="Verdana"/>
              </a:rPr>
              <a:t>is</a:t>
            </a:r>
            <a:r>
              <a:rPr dirty="0" sz="1300" spc="-105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genuine</a:t>
            </a:r>
            <a:r>
              <a:rPr dirty="0" sz="1300" spc="-100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work</a:t>
            </a:r>
            <a:r>
              <a:rPr dirty="0" sz="1300" spc="-5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done</a:t>
            </a:r>
            <a:r>
              <a:rPr dirty="0" sz="1300" spc="-50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by</a:t>
            </a:r>
            <a:r>
              <a:rPr dirty="0" sz="1300" spc="-50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me</a:t>
            </a:r>
            <a:r>
              <a:rPr dirty="0" sz="1300" spc="-55">
                <a:latin typeface="Verdana"/>
                <a:cs typeface="Verdana"/>
              </a:rPr>
              <a:t> </a:t>
            </a:r>
            <a:r>
              <a:rPr dirty="0" sz="1300" spc="-15">
                <a:latin typeface="Verdana"/>
                <a:cs typeface="Verdana"/>
              </a:rPr>
              <a:t>and</a:t>
            </a:r>
            <a:r>
              <a:rPr dirty="0" sz="1300" spc="-45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has</a:t>
            </a:r>
            <a:r>
              <a:rPr dirty="0" sz="1300" spc="-30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not</a:t>
            </a:r>
            <a:r>
              <a:rPr dirty="0" sz="1300" spc="-55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been</a:t>
            </a:r>
            <a:r>
              <a:rPr dirty="0" sz="1300" spc="-30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submitted</a:t>
            </a:r>
            <a:r>
              <a:rPr dirty="0" sz="1300" spc="-35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whether</a:t>
            </a:r>
            <a:r>
              <a:rPr dirty="0" sz="1300" spc="-50">
                <a:latin typeface="Verdana"/>
                <a:cs typeface="Verdana"/>
              </a:rPr>
              <a:t> </a:t>
            </a:r>
            <a:r>
              <a:rPr dirty="0" sz="1300" spc="-15">
                <a:latin typeface="Verdana"/>
                <a:cs typeface="Verdana"/>
              </a:rPr>
              <a:t>to</a:t>
            </a:r>
            <a:r>
              <a:rPr dirty="0" sz="1300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this</a:t>
            </a:r>
            <a:r>
              <a:rPr dirty="0" sz="1300" spc="-55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University</a:t>
            </a:r>
            <a:r>
              <a:rPr dirty="0" sz="1300" spc="-40">
                <a:latin typeface="Verdana"/>
                <a:cs typeface="Verdana"/>
              </a:rPr>
              <a:t> </a:t>
            </a:r>
            <a:r>
              <a:rPr dirty="0" sz="1300" spc="-5">
                <a:latin typeface="Verdana"/>
                <a:cs typeface="Verdana"/>
              </a:rPr>
              <a:t>or</a:t>
            </a:r>
            <a:r>
              <a:rPr dirty="0" sz="1300">
                <a:latin typeface="Verdana"/>
                <a:cs typeface="Verdana"/>
              </a:rPr>
              <a:t> </a:t>
            </a:r>
            <a:r>
              <a:rPr dirty="0" sz="1300" spc="-15">
                <a:latin typeface="Verdana"/>
                <a:cs typeface="Verdana"/>
              </a:rPr>
              <a:t>to</a:t>
            </a:r>
            <a:r>
              <a:rPr dirty="0" sz="1300" spc="705">
                <a:latin typeface="Verdana"/>
                <a:cs typeface="Verdana"/>
              </a:rPr>
              <a:t> </a:t>
            </a:r>
            <a:r>
              <a:rPr dirty="0" sz="1300" spc="-15">
                <a:latin typeface="Verdana"/>
                <a:cs typeface="Verdana"/>
              </a:rPr>
              <a:t>any</a:t>
            </a:r>
            <a:r>
              <a:rPr dirty="0" sz="1300" spc="705">
                <a:latin typeface="Verdana"/>
                <a:cs typeface="Verdana"/>
              </a:rPr>
              <a:t> </a:t>
            </a:r>
            <a:r>
              <a:rPr dirty="0" sz="1300" spc="-5">
                <a:latin typeface="Verdana"/>
                <a:cs typeface="Verdana"/>
              </a:rPr>
              <a:t>other</a:t>
            </a:r>
            <a:r>
              <a:rPr dirty="0" sz="1300" spc="700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University</a:t>
            </a:r>
            <a:r>
              <a:rPr dirty="0" sz="1300" spc="705">
                <a:latin typeface="Verdana"/>
                <a:cs typeface="Verdana"/>
              </a:rPr>
              <a:t> </a:t>
            </a:r>
            <a:r>
              <a:rPr dirty="0" sz="1300">
                <a:latin typeface="Verdana"/>
                <a:cs typeface="Verdana"/>
              </a:rPr>
              <a:t>/</a:t>
            </a:r>
            <a:r>
              <a:rPr dirty="0" sz="1300" spc="715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Institute</a:t>
            </a:r>
            <a:r>
              <a:rPr dirty="0" sz="1300" spc="700">
                <a:latin typeface="Verdana"/>
                <a:cs typeface="Verdana"/>
              </a:rPr>
              <a:t> </a:t>
            </a:r>
            <a:r>
              <a:rPr dirty="0" sz="1300" spc="-5">
                <a:latin typeface="Verdana"/>
                <a:cs typeface="Verdana"/>
              </a:rPr>
              <a:t>for</a:t>
            </a:r>
            <a:r>
              <a:rPr dirty="0" sz="1300" spc="700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the</a:t>
            </a:r>
            <a:r>
              <a:rPr dirty="0" sz="1300" spc="700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fulfillment</a:t>
            </a:r>
            <a:r>
              <a:rPr dirty="0" sz="1300" spc="695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of</a:t>
            </a:r>
            <a:r>
              <a:rPr dirty="0" sz="1300" spc="725">
                <a:latin typeface="Verdana"/>
                <a:cs typeface="Verdana"/>
              </a:rPr>
              <a:t> </a:t>
            </a:r>
            <a:r>
              <a:rPr dirty="0" sz="1300" spc="-15">
                <a:latin typeface="Verdana"/>
                <a:cs typeface="Verdana"/>
              </a:rPr>
              <a:t>the</a:t>
            </a:r>
            <a:r>
              <a:rPr dirty="0" sz="1300" spc="-5">
                <a:latin typeface="Verdana"/>
                <a:cs typeface="Verdana"/>
              </a:rPr>
              <a:t> </a:t>
            </a:r>
            <a:r>
              <a:rPr dirty="0" sz="1300" spc="-10">
                <a:latin typeface="Verdana"/>
                <a:cs typeface="Verdana"/>
              </a:rPr>
              <a:t>requirement of</a:t>
            </a:r>
            <a:r>
              <a:rPr dirty="0" sz="1300" spc="20">
                <a:latin typeface="Verdana"/>
                <a:cs typeface="Verdana"/>
              </a:rPr>
              <a:t> </a:t>
            </a:r>
            <a:r>
              <a:rPr dirty="0" sz="1300" spc="-15">
                <a:latin typeface="Verdana"/>
                <a:cs typeface="Verdana"/>
              </a:rPr>
              <a:t>any</a:t>
            </a:r>
            <a:r>
              <a:rPr dirty="0" sz="1300" spc="-5">
                <a:latin typeface="Verdana"/>
                <a:cs typeface="Verdana"/>
              </a:rPr>
              <a:t> course </a:t>
            </a:r>
            <a:r>
              <a:rPr dirty="0" sz="1300" spc="-10">
                <a:latin typeface="Verdana"/>
                <a:cs typeface="Verdana"/>
              </a:rPr>
              <a:t>of</a:t>
            </a:r>
            <a:r>
              <a:rPr dirty="0" sz="1300" spc="-5">
                <a:latin typeface="Verdana"/>
                <a:cs typeface="Verdana"/>
              </a:rPr>
              <a:t> study.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6050330"/>
            <a:ext cx="2994660" cy="683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4300"/>
              </a:lnSpc>
              <a:spcBef>
                <a:spcPts val="100"/>
              </a:spcBef>
            </a:pPr>
            <a:r>
              <a:rPr dirty="0" sz="1400">
                <a:latin typeface="Verdana"/>
                <a:cs typeface="Verdana"/>
              </a:rPr>
              <a:t>Place</a:t>
            </a:r>
            <a:r>
              <a:rPr dirty="0" sz="1400" spc="-4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:</a:t>
            </a:r>
            <a:r>
              <a:rPr dirty="0" sz="1400" spc="-95">
                <a:latin typeface="Verdana"/>
                <a:cs typeface="Verdana"/>
              </a:rPr>
              <a:t> </a:t>
            </a:r>
            <a:r>
              <a:rPr dirty="0" sz="1400" spc="-55">
                <a:latin typeface="Verdana"/>
                <a:cs typeface="Verdana"/>
              </a:rPr>
              <a:t>Marwadi</a:t>
            </a:r>
            <a:r>
              <a:rPr dirty="0" sz="1400" spc="-110">
                <a:latin typeface="Verdana"/>
                <a:cs typeface="Verdana"/>
              </a:rPr>
              <a:t> </a:t>
            </a:r>
            <a:r>
              <a:rPr dirty="0" sz="1400" spc="-55">
                <a:latin typeface="Verdana"/>
                <a:cs typeface="Verdana"/>
              </a:rPr>
              <a:t>University</a:t>
            </a:r>
            <a:r>
              <a:rPr dirty="0" sz="1400" spc="-85">
                <a:latin typeface="Verdana"/>
                <a:cs typeface="Verdana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 spc="-35">
                <a:latin typeface="Verdana"/>
                <a:cs typeface="Verdana"/>
              </a:rPr>
              <a:t>Rajkot </a:t>
            </a:r>
            <a:r>
              <a:rPr dirty="0" sz="1400">
                <a:latin typeface="Verdana"/>
                <a:cs typeface="Verdana"/>
              </a:rPr>
              <a:t>Date</a:t>
            </a:r>
            <a:r>
              <a:rPr dirty="0" sz="1400" spc="235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:</a:t>
            </a:r>
            <a:r>
              <a:rPr dirty="0" sz="1400" spc="-12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10/4/2024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004" y="7420482"/>
            <a:ext cx="27254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latin typeface="Verdana"/>
                <a:cs typeface="Verdana"/>
              </a:rPr>
              <a:t>Divy</a:t>
            </a:r>
            <a:r>
              <a:rPr dirty="0" sz="1300" spc="-114" b="1">
                <a:latin typeface="Verdana"/>
                <a:cs typeface="Verdana"/>
              </a:rPr>
              <a:t> </a:t>
            </a:r>
            <a:r>
              <a:rPr dirty="0" sz="1300" b="1">
                <a:latin typeface="Verdana"/>
                <a:cs typeface="Verdana"/>
              </a:rPr>
              <a:t>Palejiya</a:t>
            </a:r>
            <a:r>
              <a:rPr dirty="0" sz="1300" spc="-85" b="1">
                <a:latin typeface="Verdana"/>
                <a:cs typeface="Verdana"/>
              </a:rPr>
              <a:t> </a:t>
            </a:r>
            <a:r>
              <a:rPr dirty="0" sz="1300" spc="-10" b="1">
                <a:latin typeface="Verdana"/>
                <a:cs typeface="Verdana"/>
              </a:rPr>
              <a:t>(92200527240)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2004" y="7920608"/>
            <a:ext cx="304419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latin typeface="Verdana"/>
                <a:cs typeface="Verdana"/>
              </a:rPr>
              <a:t>Divyesh</a:t>
            </a:r>
            <a:r>
              <a:rPr dirty="0" sz="1300" spc="-65" b="1">
                <a:latin typeface="Verdana"/>
                <a:cs typeface="Verdana"/>
              </a:rPr>
              <a:t> </a:t>
            </a:r>
            <a:r>
              <a:rPr dirty="0" sz="1300" b="1">
                <a:latin typeface="Verdana"/>
                <a:cs typeface="Verdana"/>
              </a:rPr>
              <a:t>Gangah</a:t>
            </a:r>
            <a:r>
              <a:rPr dirty="0" sz="1300" spc="-25" b="1">
                <a:latin typeface="Verdana"/>
                <a:cs typeface="Verdana"/>
              </a:rPr>
              <a:t> </a:t>
            </a:r>
            <a:r>
              <a:rPr dirty="0" sz="1300" spc="-10" b="1">
                <a:latin typeface="Verdana"/>
                <a:cs typeface="Verdana"/>
              </a:rPr>
              <a:t>(92200527243)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91432" y="7179521"/>
            <a:ext cx="1837055" cy="987425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290"/>
              </a:spcBef>
              <a:tabLst>
                <a:tab pos="1283970" algn="l"/>
              </a:tabLst>
            </a:pPr>
            <a:r>
              <a:rPr dirty="0" sz="1200" b="1">
                <a:latin typeface="Verdana"/>
                <a:cs typeface="Verdana"/>
              </a:rPr>
              <a:t>Signature</a:t>
            </a:r>
            <a:r>
              <a:rPr dirty="0" sz="1200" spc="-20" b="1">
                <a:latin typeface="Verdana"/>
                <a:cs typeface="Verdana"/>
              </a:rPr>
              <a:t> </a:t>
            </a:r>
            <a:r>
              <a:rPr dirty="0" sz="1200" spc="-50" b="1">
                <a:latin typeface="Verdana"/>
                <a:cs typeface="Verdana"/>
              </a:rPr>
              <a:t>:</a:t>
            </a:r>
            <a:r>
              <a:rPr dirty="0" sz="1200" b="1">
                <a:latin typeface="Verdana"/>
                <a:cs typeface="Verdana"/>
              </a:rPr>
              <a:t>	</a:t>
            </a:r>
            <a:r>
              <a:rPr dirty="0" sz="2000" spc="-20" b="1" i="1">
                <a:latin typeface="Times New Roman"/>
                <a:cs typeface="Times New Roman"/>
              </a:rPr>
              <a:t>Divy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  <a:tabLst>
                <a:tab pos="1131570" algn="l"/>
              </a:tabLst>
            </a:pPr>
            <a:r>
              <a:rPr dirty="0" sz="1300" spc="-10" b="1">
                <a:latin typeface="Verdana"/>
                <a:cs typeface="Verdana"/>
              </a:rPr>
              <a:t>Signature:</a:t>
            </a:r>
            <a:r>
              <a:rPr dirty="0" sz="1300" b="1">
                <a:latin typeface="Verdana"/>
                <a:cs typeface="Verdana"/>
              </a:rPr>
              <a:t>	</a:t>
            </a:r>
            <a:r>
              <a:rPr dirty="0" sz="2200" spc="-270" b="1" i="1">
                <a:latin typeface="Times New Roman"/>
                <a:cs typeface="Times New Roman"/>
              </a:rPr>
              <a:t>Divyesh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02004" y="8527160"/>
            <a:ext cx="285940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latin typeface="Verdana"/>
                <a:cs typeface="Verdana"/>
              </a:rPr>
              <a:t>Aryan</a:t>
            </a:r>
            <a:r>
              <a:rPr dirty="0" sz="1300" spc="-105" b="1">
                <a:latin typeface="Verdana"/>
                <a:cs typeface="Verdana"/>
              </a:rPr>
              <a:t> </a:t>
            </a:r>
            <a:r>
              <a:rPr dirty="0" sz="1300" b="1">
                <a:latin typeface="Verdana"/>
                <a:cs typeface="Verdana"/>
              </a:rPr>
              <a:t>Ponkiya</a:t>
            </a:r>
            <a:r>
              <a:rPr dirty="0" sz="1300" spc="-80" b="1">
                <a:latin typeface="Verdana"/>
                <a:cs typeface="Verdana"/>
              </a:rPr>
              <a:t> </a:t>
            </a:r>
            <a:r>
              <a:rPr dirty="0" sz="1300" spc="-10" b="1">
                <a:latin typeface="Verdana"/>
                <a:cs typeface="Verdana"/>
              </a:rPr>
              <a:t>(92200527253)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100576" y="8411336"/>
            <a:ext cx="179705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04595" algn="l"/>
              </a:tabLst>
            </a:pPr>
            <a:r>
              <a:rPr dirty="0" sz="1300" spc="-10" b="1">
                <a:latin typeface="Verdana"/>
                <a:cs typeface="Verdana"/>
              </a:rPr>
              <a:t>Signature:</a:t>
            </a:r>
            <a:r>
              <a:rPr dirty="0" sz="1300" b="1">
                <a:latin typeface="Verdana"/>
                <a:cs typeface="Verdana"/>
              </a:rPr>
              <a:t>	</a:t>
            </a:r>
            <a:r>
              <a:rPr dirty="0" sz="2200" spc="-204" b="1" i="1">
                <a:latin typeface="Times New Roman"/>
                <a:cs typeface="Times New Roman"/>
              </a:rPr>
              <a:t>Aryan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23082" y="2084958"/>
            <a:ext cx="92646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 b="1">
                <a:latin typeface="Calibri"/>
                <a:cs typeface="Calibri"/>
              </a:rPr>
              <a:t>CONTENTS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514599"/>
            <a:ext cx="56581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588132" y="804417"/>
            <a:ext cx="23787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1.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PROJECT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DETAILS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81836" y="2234310"/>
            <a:ext cx="5581650" cy="2204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6414">
              <a:lnSpc>
                <a:spcPct val="100000"/>
              </a:lnSpc>
              <a:spcBef>
                <a:spcPts val="100"/>
              </a:spcBef>
              <a:tabLst>
                <a:tab pos="2253615" algn="l"/>
              </a:tabLst>
            </a:pPr>
            <a:r>
              <a:rPr dirty="0" u="sng" sz="1800" spc="-25" b="1"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1.1</a:t>
            </a:r>
            <a:r>
              <a:rPr dirty="0" sz="1800" b="1">
                <a:latin typeface="Times New Roman"/>
                <a:cs typeface="Times New Roman"/>
              </a:rPr>
              <a:t>	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SYNOPSIS</a:t>
            </a:r>
            <a:endParaRPr sz="1800">
              <a:latin typeface="Times New Roman"/>
              <a:cs typeface="Times New Roman"/>
            </a:endParaRPr>
          </a:p>
          <a:p>
            <a:pPr algn="just" marL="12700" marR="5080" indent="179705">
              <a:lnSpc>
                <a:spcPct val="134300"/>
              </a:lnSpc>
              <a:spcBef>
                <a:spcPts val="1455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4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Employee</a:t>
            </a:r>
            <a:r>
              <a:rPr dirty="0" sz="1400" spc="43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management</a:t>
            </a:r>
            <a:r>
              <a:rPr dirty="0" sz="1400" spc="4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3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4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40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software</a:t>
            </a:r>
            <a:r>
              <a:rPr dirty="0" sz="1400" spc="40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4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shows</a:t>
            </a:r>
            <a:r>
              <a:rPr dirty="0" sz="1400" spc="4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you</a:t>
            </a:r>
            <a:r>
              <a:rPr dirty="0" sz="1400" spc="38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all </a:t>
            </a:r>
            <a:r>
              <a:rPr dirty="0" sz="1400">
                <a:latin typeface="Times New Roman"/>
                <a:cs typeface="Times New Roman"/>
              </a:rPr>
              <a:t>information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about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entered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employee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detail.</a:t>
            </a:r>
            <a:r>
              <a:rPr dirty="0" sz="1400" spc="2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Our</a:t>
            </a:r>
            <a:r>
              <a:rPr dirty="0" sz="1400" spc="2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aims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create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 </a:t>
            </a:r>
            <a:r>
              <a:rPr dirty="0" sz="1400">
                <a:latin typeface="Times New Roman"/>
                <a:cs typeface="Times New Roman"/>
              </a:rPr>
              <a:t>interactive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informative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digital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employee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management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stores </a:t>
            </a:r>
            <a:r>
              <a:rPr dirty="0" sz="1400" spc="-20">
                <a:latin typeface="Times New Roman"/>
                <a:cs typeface="Times New Roman"/>
              </a:rPr>
              <a:t>all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entered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employee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information.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save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employee’s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Name,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Department, Joining</a:t>
            </a:r>
            <a:r>
              <a:rPr dirty="0" sz="1400" spc="-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Date,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Gender,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Salary</a:t>
            </a:r>
            <a:r>
              <a:rPr dirty="0" sz="1400" spc="-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many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other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things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about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employee.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after </a:t>
            </a:r>
            <a:r>
              <a:rPr dirty="0" sz="1400">
                <a:latin typeface="Times New Roman"/>
                <a:cs typeface="Times New Roman"/>
              </a:rPr>
              <a:t>that you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Remove/Delete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 you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want.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004" y="5597144"/>
            <a:ext cx="5763895" cy="24485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243840">
              <a:lnSpc>
                <a:spcPct val="100000"/>
              </a:lnSpc>
              <a:spcBef>
                <a:spcPts val="105"/>
              </a:spcBef>
            </a:pPr>
            <a:r>
              <a:rPr dirty="0" u="sng" sz="1600" b="1"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1.2</a:t>
            </a:r>
            <a:r>
              <a:rPr dirty="0" u="sng" sz="1600" spc="-40" b="1"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b="1"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PROJECT</a:t>
            </a:r>
            <a:r>
              <a:rPr dirty="0" u="sng" sz="1600" spc="-30" b="1"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spc="-10" b="1"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DISCRIPTION</a:t>
            </a:r>
            <a:endParaRPr sz="16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33100"/>
              </a:lnSpc>
              <a:spcBef>
                <a:spcPts val="1495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Employee</a:t>
            </a:r>
            <a:r>
              <a:rPr dirty="0" sz="1400" spc="2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management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designed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get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information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about </a:t>
            </a:r>
            <a:r>
              <a:rPr dirty="0" sz="1400">
                <a:latin typeface="Times New Roman"/>
                <a:cs typeface="Times New Roman"/>
              </a:rPr>
              <a:t>entered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employee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detail.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saves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employee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than</a:t>
            </a:r>
            <a:r>
              <a:rPr dirty="0" sz="1400" spc="-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simple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employee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system.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useful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save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information</a:t>
            </a:r>
            <a:r>
              <a:rPr dirty="0" sz="1400" spc="-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about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employee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make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changes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Many </a:t>
            </a:r>
            <a:r>
              <a:rPr dirty="0" sz="1400">
                <a:latin typeface="Times New Roman"/>
                <a:cs typeface="Times New Roman"/>
              </a:rPr>
              <a:t>companies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management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their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employee.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It </a:t>
            </a:r>
            <a:r>
              <a:rPr dirty="0" sz="1400" spc="-10">
                <a:latin typeface="Times New Roman"/>
                <a:cs typeface="Times New Roman"/>
              </a:rPr>
              <a:t>saves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employee’s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Name,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Department,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Joining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Date,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Gender,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Salary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many </a:t>
            </a:r>
            <a:r>
              <a:rPr dirty="0" sz="1400">
                <a:latin typeface="Times New Roman"/>
                <a:cs typeface="Times New Roman"/>
              </a:rPr>
              <a:t>other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things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about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employee.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after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 you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Remove/Delete the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that </a:t>
            </a:r>
            <a:r>
              <a:rPr dirty="0" sz="1400">
                <a:latin typeface="Times New Roman"/>
                <a:cs typeface="Times New Roman"/>
              </a:rPr>
              <a:t>you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want.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1307337"/>
            <a:ext cx="5447665" cy="72517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80465">
              <a:lnSpc>
                <a:spcPct val="100000"/>
              </a:lnSpc>
              <a:spcBef>
                <a:spcPts val="105"/>
              </a:spcBef>
              <a:tabLst>
                <a:tab pos="1637664" algn="l"/>
              </a:tabLst>
            </a:pPr>
            <a:r>
              <a:rPr dirty="0" sz="1600" spc="-25" b="1">
                <a:solidFill>
                  <a:srgbClr val="1F1F1F"/>
                </a:solidFill>
                <a:latin typeface="Times New Roman"/>
                <a:cs typeface="Times New Roman"/>
              </a:rPr>
              <a:t>1.2</a:t>
            </a:r>
            <a:r>
              <a:rPr dirty="0" sz="1600" b="1">
                <a:solidFill>
                  <a:srgbClr val="1F1F1F"/>
                </a:solidFill>
                <a:latin typeface="Times New Roman"/>
                <a:cs typeface="Times New Roman"/>
              </a:rPr>
              <a:t>	</a:t>
            </a:r>
            <a:r>
              <a:rPr dirty="0" u="sng" sz="160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DESCRIPTION</a:t>
            </a:r>
            <a:r>
              <a:rPr dirty="0" u="sng" sz="1600" spc="-8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600" spc="-45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spc="-1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MODUEL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600">
              <a:latin typeface="Times New Roman"/>
              <a:cs typeface="Times New Roman"/>
            </a:endParaRPr>
          </a:p>
          <a:p>
            <a:pPr marL="146050" indent="-133350">
              <a:lnSpc>
                <a:spcPct val="100000"/>
              </a:lnSpc>
              <a:buAutoNum type="arabicPlain"/>
              <a:tabLst>
                <a:tab pos="146050" algn="l"/>
              </a:tabLst>
            </a:pPr>
            <a:r>
              <a:rPr dirty="0" sz="1400" b="1">
                <a:solidFill>
                  <a:srgbClr val="1F1F1F"/>
                </a:solidFill>
                <a:latin typeface="Times New Roman"/>
                <a:cs typeface="Times New Roman"/>
              </a:rPr>
              <a:t>Main</a:t>
            </a:r>
            <a:r>
              <a:rPr dirty="0" sz="1400" spc="-90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1F1F1F"/>
                </a:solidFill>
                <a:latin typeface="Times New Roman"/>
                <a:cs typeface="Times New Roman"/>
              </a:rPr>
              <a:t>Method</a:t>
            </a:r>
            <a:r>
              <a:rPr dirty="0" sz="1400" spc="-50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1F1F1F"/>
                </a:solidFill>
                <a:latin typeface="Times New Roman"/>
                <a:cs typeface="Times New Roman"/>
              </a:rPr>
              <a:t>(main</a:t>
            </a:r>
            <a:r>
              <a:rPr dirty="0" sz="1400" spc="-90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1F1F1F"/>
                </a:solidFill>
                <a:latin typeface="Times New Roman"/>
                <a:cs typeface="Times New Roman"/>
              </a:rPr>
              <a:t>method):</a:t>
            </a:r>
            <a:endParaRPr sz="1400">
              <a:latin typeface="Times New Roman"/>
              <a:cs typeface="Times New Roman"/>
            </a:endParaRPr>
          </a:p>
          <a:p>
            <a:pPr lvl="1" marL="469900" marR="53340" indent="-229235">
              <a:lnSpc>
                <a:spcPct val="155100"/>
              </a:lnSpc>
              <a:spcBef>
                <a:spcPts val="1520"/>
              </a:spcBef>
              <a:buChar char="-"/>
              <a:tabLst>
                <a:tab pos="469900" algn="l"/>
              </a:tabLst>
            </a:pP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Responsible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for</a:t>
            </a:r>
            <a:r>
              <a:rPr dirty="0" sz="1200" spc="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initializing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the</a:t>
            </a:r>
            <a:r>
              <a:rPr dirty="0" sz="1200" spc="-5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database</a:t>
            </a:r>
            <a:r>
              <a:rPr dirty="0" sz="1200" spc="-5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(Database.dbInit())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before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launching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the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Swing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application.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900"/>
              </a:spcBef>
              <a:buClr>
                <a:srgbClr val="1F1F1F"/>
              </a:buClr>
              <a:buFont typeface="Times New Roman"/>
              <a:buChar char="-"/>
            </a:pPr>
            <a:endParaRPr sz="1200">
              <a:latin typeface="Times New Roman"/>
              <a:cs typeface="Times New Roman"/>
            </a:endParaRPr>
          </a:p>
          <a:p>
            <a:pPr lvl="1" marL="469900" indent="-22860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Launches</a:t>
            </a:r>
            <a:r>
              <a:rPr dirty="0" sz="1200" spc="-6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the</a:t>
            </a:r>
            <a:r>
              <a:rPr dirty="0" sz="1200" spc="-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main</a:t>
            </a:r>
            <a:r>
              <a:rPr dirty="0" sz="1200" spc="-5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window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(Employee</a:t>
            </a:r>
            <a:r>
              <a:rPr dirty="0" sz="1200" spc="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Management</a:t>
            </a:r>
            <a:r>
              <a:rPr dirty="0" sz="1200" spc="1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class).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25"/>
              </a:spcBef>
              <a:buClr>
                <a:srgbClr val="1F1F1F"/>
              </a:buClr>
              <a:buFont typeface="Times New Roman"/>
              <a:buChar char="-"/>
            </a:pPr>
            <a:endParaRPr sz="1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AutoNum type="arabicPlain"/>
              <a:tabLst>
                <a:tab pos="356870" algn="l"/>
              </a:tabLst>
            </a:pPr>
            <a:r>
              <a:rPr dirty="0" sz="1400" spc="-10" b="1">
                <a:solidFill>
                  <a:srgbClr val="1F1F1F"/>
                </a:solidFill>
                <a:latin typeface="Times New Roman"/>
                <a:cs typeface="Times New Roman"/>
              </a:rPr>
              <a:t>Employee</a:t>
            </a:r>
            <a:r>
              <a:rPr dirty="0" sz="1400" spc="-40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1F1F1F"/>
                </a:solidFill>
                <a:latin typeface="Times New Roman"/>
                <a:cs typeface="Times New Roman"/>
              </a:rPr>
              <a:t>Management</a:t>
            </a:r>
            <a:r>
              <a:rPr dirty="0" sz="1400" spc="-55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1F1F1F"/>
                </a:solidFill>
                <a:latin typeface="Times New Roman"/>
                <a:cs typeface="Times New Roman"/>
              </a:rPr>
              <a:t>Class: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  <a:buClr>
                <a:srgbClr val="1F1F1F"/>
              </a:buClr>
              <a:buFont typeface="Times New Roman"/>
              <a:buAutoNum type="arabicPlain"/>
            </a:pPr>
            <a:endParaRPr sz="1400">
              <a:latin typeface="Times New Roman"/>
              <a:cs typeface="Times New Roman"/>
            </a:endParaRPr>
          </a:p>
          <a:p>
            <a:pPr lvl="1" marL="469900" indent="-22860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Represents</a:t>
            </a:r>
            <a:r>
              <a:rPr dirty="0" sz="1200" spc="-6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the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main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class for</a:t>
            </a:r>
            <a:r>
              <a:rPr dirty="0" sz="1200" spc="-5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the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Employee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Management</a:t>
            </a:r>
            <a:r>
              <a:rPr dirty="0" sz="1200" spc="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System.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5"/>
              </a:spcBef>
              <a:buClr>
                <a:srgbClr val="1F1F1F"/>
              </a:buClr>
              <a:buFont typeface="Times New Roman"/>
              <a:buChar char="-"/>
            </a:pPr>
            <a:endParaRPr sz="1200">
              <a:latin typeface="Times New Roman"/>
              <a:cs typeface="Times New Roman"/>
            </a:endParaRPr>
          </a:p>
          <a:p>
            <a:pPr lvl="1" marL="469900" marR="396240" indent="-229235">
              <a:lnSpc>
                <a:spcPct val="158500"/>
              </a:lnSpc>
              <a:buChar char="-"/>
              <a:tabLst>
                <a:tab pos="469900" algn="l"/>
              </a:tabLst>
            </a:pP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Initializes</a:t>
            </a:r>
            <a:r>
              <a:rPr dirty="0" sz="1200" spc="-5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the</a:t>
            </a:r>
            <a:r>
              <a:rPr dirty="0" sz="1200" spc="1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main</a:t>
            </a:r>
            <a:r>
              <a:rPr dirty="0" sz="1200" spc="-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JFrame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and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handles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the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overall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organization</a:t>
            </a:r>
            <a:r>
              <a:rPr dirty="0" sz="1200" spc="-5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of</a:t>
            </a:r>
            <a:r>
              <a:rPr dirty="0" sz="1200" spc="-8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the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GUI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components.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605"/>
              </a:spcBef>
              <a:buClr>
                <a:srgbClr val="1F1F1F"/>
              </a:buClr>
              <a:buFont typeface="Times New Roman"/>
              <a:buChar char="-"/>
            </a:pPr>
            <a:endParaRPr sz="1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AutoNum type="arabicPlain"/>
              <a:tabLst>
                <a:tab pos="356870" algn="l"/>
              </a:tabLst>
            </a:pPr>
            <a:r>
              <a:rPr dirty="0" sz="1400" spc="-10" b="1">
                <a:solidFill>
                  <a:srgbClr val="1F1F1F"/>
                </a:solidFill>
                <a:latin typeface="Times New Roman"/>
                <a:cs typeface="Times New Roman"/>
              </a:rPr>
              <a:t>Initialization</a:t>
            </a:r>
            <a:r>
              <a:rPr dirty="0" sz="1400" spc="-50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1F1F1F"/>
                </a:solidFill>
                <a:latin typeface="Times New Roman"/>
                <a:cs typeface="Times New Roman"/>
              </a:rPr>
              <a:t>(initialize</a:t>
            </a:r>
            <a:r>
              <a:rPr dirty="0" sz="1400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1F1F1F"/>
                </a:solidFill>
                <a:latin typeface="Times New Roman"/>
                <a:cs typeface="Times New Roman"/>
              </a:rPr>
              <a:t>method):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  <a:buClr>
                <a:srgbClr val="1F1F1F"/>
              </a:buClr>
              <a:buFont typeface="Times New Roman"/>
              <a:buAutoNum type="arabicPlain"/>
            </a:pPr>
            <a:endParaRPr sz="1400">
              <a:latin typeface="Times New Roman"/>
              <a:cs typeface="Times New Roman"/>
            </a:endParaRPr>
          </a:p>
          <a:p>
            <a:pPr lvl="1" marL="488315" indent="-204470">
              <a:lnSpc>
                <a:spcPct val="100000"/>
              </a:lnSpc>
              <a:buChar char="-"/>
              <a:tabLst>
                <a:tab pos="488315" algn="l"/>
              </a:tabLst>
            </a:pP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Sets</a:t>
            </a:r>
            <a:r>
              <a:rPr dirty="0" sz="1200" spc="-7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up</a:t>
            </a:r>
            <a:r>
              <a:rPr dirty="0" sz="1200" spc="-8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the</a:t>
            </a:r>
            <a:r>
              <a:rPr dirty="0" sz="1200" spc="-6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main</a:t>
            </a:r>
            <a:r>
              <a:rPr dirty="0" sz="1200" spc="-5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JFrame</a:t>
            </a:r>
            <a:r>
              <a:rPr dirty="0" sz="1200" spc="-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for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the</a:t>
            </a:r>
            <a:r>
              <a:rPr dirty="0" sz="1200" spc="-6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application,</a:t>
            </a:r>
            <a:r>
              <a:rPr dirty="0" sz="1200" spc="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including</a:t>
            </a:r>
            <a:r>
              <a:rPr dirty="0" sz="1200" spc="-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its</a:t>
            </a:r>
            <a:r>
              <a:rPr dirty="0" sz="1200" spc="-5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title,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size,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and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 layout.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1F1F1F"/>
              </a:buClr>
              <a:buFont typeface="Times New Roman"/>
              <a:buChar char="-"/>
            </a:pPr>
            <a:endParaRPr sz="1200">
              <a:latin typeface="Times New Roman"/>
              <a:cs typeface="Times New Roman"/>
            </a:endParaRPr>
          </a:p>
          <a:p>
            <a:pPr lvl="1" marL="283845" marR="5080" indent="207645">
              <a:lnSpc>
                <a:spcPct val="155000"/>
              </a:lnSpc>
              <a:spcBef>
                <a:spcPts val="5"/>
              </a:spcBef>
              <a:buChar char="-"/>
              <a:tabLst>
                <a:tab pos="491490" algn="l"/>
              </a:tabLst>
            </a:pP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Creates</a:t>
            </a:r>
            <a:r>
              <a:rPr dirty="0" sz="1200" spc="-7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and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configures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UI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components</a:t>
            </a:r>
            <a:r>
              <a:rPr dirty="0" sz="1200" spc="-5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such</a:t>
            </a:r>
            <a:r>
              <a:rPr dirty="0" sz="1200" spc="-6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as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text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fields,</a:t>
            </a:r>
            <a:r>
              <a:rPr dirty="0" sz="1200" spc="-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labels,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buttons,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and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the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JTable.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50"/>
              </a:spcBef>
              <a:buClr>
                <a:srgbClr val="1F1F1F"/>
              </a:buClr>
              <a:buFont typeface="Times New Roman"/>
              <a:buChar char="-"/>
            </a:pPr>
            <a:endParaRPr sz="1200">
              <a:latin typeface="Times New Roman"/>
              <a:cs typeface="Times New Roman"/>
            </a:endParaRPr>
          </a:p>
          <a:p>
            <a:pPr marL="146050" indent="-133350">
              <a:lnSpc>
                <a:spcPct val="100000"/>
              </a:lnSpc>
              <a:buAutoNum type="arabicPlain"/>
              <a:tabLst>
                <a:tab pos="146050" algn="l"/>
              </a:tabLst>
            </a:pPr>
            <a:r>
              <a:rPr dirty="0" sz="1400" spc="-10" b="1">
                <a:solidFill>
                  <a:srgbClr val="1F1F1F"/>
                </a:solidFill>
                <a:latin typeface="Times New Roman"/>
                <a:cs typeface="Times New Roman"/>
              </a:rPr>
              <a:t>Input</a:t>
            </a:r>
            <a:r>
              <a:rPr dirty="0" sz="1400" spc="-55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1F1F1F"/>
                </a:solidFill>
                <a:latin typeface="Times New Roman"/>
                <a:cs typeface="Times New Roman"/>
              </a:rPr>
              <a:t>Panel: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  <a:buClr>
                <a:srgbClr val="1F1F1F"/>
              </a:buClr>
              <a:buFont typeface="Times New Roman"/>
              <a:buAutoNum type="arabicPlain"/>
            </a:pPr>
            <a:endParaRPr sz="1400">
              <a:latin typeface="Times New Roman"/>
              <a:cs typeface="Times New Roman"/>
            </a:endParaRPr>
          </a:p>
          <a:p>
            <a:pPr lvl="1" marL="527685" indent="-243840">
              <a:lnSpc>
                <a:spcPct val="100000"/>
              </a:lnSpc>
              <a:buChar char="-"/>
              <a:tabLst>
                <a:tab pos="527685" algn="l"/>
              </a:tabLst>
            </a:pP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Contains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input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fields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for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entering</a:t>
            </a:r>
            <a:r>
              <a:rPr dirty="0" sz="1200" spc="-5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employee</a:t>
            </a:r>
            <a:r>
              <a:rPr dirty="0" sz="1200" spc="-5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details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(ID,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name,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department,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etc.).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30"/>
              </a:spcBef>
              <a:buClr>
                <a:srgbClr val="1F1F1F"/>
              </a:buClr>
              <a:buFont typeface="Times New Roman"/>
              <a:buChar char="-"/>
            </a:pPr>
            <a:endParaRPr sz="1200">
              <a:latin typeface="Times New Roman"/>
              <a:cs typeface="Times New Roman"/>
            </a:endParaRPr>
          </a:p>
          <a:p>
            <a:pPr lvl="1" marL="527685" indent="-243840">
              <a:lnSpc>
                <a:spcPct val="100000"/>
              </a:lnSpc>
              <a:buChar char="-"/>
              <a:tabLst>
                <a:tab pos="527685" algn="l"/>
              </a:tabLst>
            </a:pP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Provides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buttons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for</a:t>
            </a:r>
            <a:r>
              <a:rPr dirty="0" sz="12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inserting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and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updating</a:t>
            </a:r>
            <a:r>
              <a:rPr dirty="0" sz="12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employee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records.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05"/>
              </a:spcBef>
              <a:buClr>
                <a:srgbClr val="1F1F1F"/>
              </a:buClr>
              <a:buFont typeface="Times New Roman"/>
              <a:buChar char="-"/>
            </a:pPr>
            <a:endParaRPr sz="1200">
              <a:latin typeface="Times New Roman"/>
              <a:cs typeface="Times New Roman"/>
            </a:endParaRPr>
          </a:p>
          <a:p>
            <a:pPr lvl="1" marL="527685" indent="-243840">
              <a:lnSpc>
                <a:spcPct val="100000"/>
              </a:lnSpc>
              <a:buChar char="-"/>
              <a:tabLst>
                <a:tab pos="527685" algn="l"/>
              </a:tabLst>
            </a:pP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Displays</a:t>
            </a:r>
            <a:r>
              <a:rPr dirty="0" sz="12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title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at</a:t>
            </a:r>
            <a:r>
              <a:rPr dirty="0" sz="12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the</a:t>
            </a:r>
            <a:r>
              <a:rPr dirty="0" sz="12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top</a:t>
            </a:r>
            <a:r>
              <a:rPr dirty="0" sz="1200" spc="-5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using</a:t>
            </a:r>
            <a:r>
              <a:rPr dirty="0" sz="1200" spc="-1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1F1F"/>
                </a:solidFill>
                <a:latin typeface="Times New Roman"/>
                <a:cs typeface="Times New Roman"/>
              </a:rPr>
              <a:t>a</a:t>
            </a:r>
            <a:r>
              <a:rPr dirty="0" sz="12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1F1F"/>
                </a:solidFill>
                <a:latin typeface="Times New Roman"/>
                <a:cs typeface="Times New Roman"/>
              </a:rPr>
              <a:t>JTextArea.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368676" y="804417"/>
            <a:ext cx="32670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F1F1F"/>
                </a:solidFill>
                <a:latin typeface="Times New Roman"/>
                <a:cs typeface="Times New Roman"/>
              </a:rPr>
              <a:t>2.</a:t>
            </a:r>
            <a:r>
              <a:rPr dirty="0" sz="1800" spc="-30" b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u="sng" sz="180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DIAGRAM</a:t>
            </a:r>
            <a:r>
              <a:rPr dirty="0" u="sng" sz="1800" spc="15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AS</a:t>
            </a:r>
            <a:r>
              <a:rPr dirty="0" u="sng" sz="1800" spc="-5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1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APPLICABLE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24813" y="1786254"/>
            <a:ext cx="4627880" cy="7461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25220">
              <a:lnSpc>
                <a:spcPct val="100000"/>
              </a:lnSpc>
              <a:spcBef>
                <a:spcPts val="105"/>
              </a:spcBef>
            </a:pPr>
            <a:r>
              <a:rPr dirty="0" u="sng" sz="160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2.1</a:t>
            </a:r>
            <a:r>
              <a:rPr dirty="0" u="sng" sz="1600" spc="6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spc="-1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ALGORITHM</a:t>
            </a:r>
            <a:r>
              <a:rPr dirty="0" u="sng" sz="1600" spc="-9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600" spc="-45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spc="-1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FLOWCHART</a:t>
            </a: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825"/>
              </a:spcBef>
              <a:buFont typeface="Symbol"/>
              <a:buChar char=""/>
              <a:tabLst>
                <a:tab pos="240665" algn="l"/>
              </a:tabLst>
            </a:pPr>
            <a:r>
              <a:rPr dirty="0" u="sng" sz="1600" spc="-1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63548" y="3395852"/>
            <a:ext cx="5433060" cy="49510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9525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Step</a:t>
            </a:r>
            <a:r>
              <a:rPr dirty="0" sz="16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1:</a:t>
            </a:r>
            <a:r>
              <a:rPr dirty="0" sz="16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1F1F1F"/>
                </a:solidFill>
                <a:latin typeface="Times New Roman"/>
                <a:cs typeface="Times New Roman"/>
              </a:rPr>
              <a:t>Start.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600">
              <a:latin typeface="Times New Roman"/>
              <a:cs typeface="Times New Roman"/>
            </a:endParaRPr>
          </a:p>
          <a:p>
            <a:pPr algn="ctr" marL="12065">
              <a:lnSpc>
                <a:spcPct val="100000"/>
              </a:lnSpc>
              <a:spcBef>
                <a:spcPts val="5"/>
              </a:spcBef>
            </a:pPr>
            <a:r>
              <a:rPr dirty="0" sz="1600" spc="-50">
                <a:solidFill>
                  <a:srgbClr val="1F1F1F"/>
                </a:solidFill>
                <a:latin typeface="Times New Roman"/>
                <a:cs typeface="Times New Roman"/>
              </a:rPr>
              <a:t>↓</a:t>
            </a:r>
            <a:endParaRPr sz="1600">
              <a:latin typeface="Times New Roman"/>
              <a:cs typeface="Times New Roman"/>
            </a:endParaRPr>
          </a:p>
          <a:p>
            <a:pPr algn="ctr" marL="12700" marR="5080">
              <a:lnSpc>
                <a:spcPct val="142600"/>
              </a:lnSpc>
              <a:spcBef>
                <a:spcPts val="1555"/>
              </a:spcBef>
            </a:pP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Step</a:t>
            </a:r>
            <a:r>
              <a:rPr dirty="0" sz="16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2:</a:t>
            </a:r>
            <a:r>
              <a:rPr dirty="0" sz="1600" spc="-5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Enter</a:t>
            </a:r>
            <a:r>
              <a:rPr dirty="0" sz="16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1F1F1F"/>
                </a:solidFill>
                <a:latin typeface="Times New Roman"/>
                <a:cs typeface="Times New Roman"/>
              </a:rPr>
              <a:t>employee</a:t>
            </a:r>
            <a:r>
              <a:rPr dirty="0" sz="1600" spc="-5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info</a:t>
            </a:r>
            <a:r>
              <a:rPr dirty="0" sz="1600" spc="-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that</a:t>
            </a:r>
            <a:r>
              <a:rPr dirty="0" sz="16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you</a:t>
            </a:r>
            <a:r>
              <a:rPr dirty="0" sz="1600" spc="-3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want</a:t>
            </a:r>
            <a:r>
              <a:rPr dirty="0" sz="1600" spc="-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to</a:t>
            </a:r>
            <a:r>
              <a:rPr dirty="0" sz="1600" spc="-5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find</a:t>
            </a:r>
            <a:r>
              <a:rPr dirty="0" sz="16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1F1F1F"/>
                </a:solidFill>
                <a:latin typeface="Times New Roman"/>
                <a:cs typeface="Times New Roman"/>
              </a:rPr>
              <a:t>(Otherwise</a:t>
            </a:r>
            <a:r>
              <a:rPr dirty="0" sz="1600" spc="-5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go</a:t>
            </a:r>
            <a:r>
              <a:rPr dirty="0" sz="1600" spc="-5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 spc="-25">
                <a:solidFill>
                  <a:srgbClr val="1F1F1F"/>
                </a:solidFill>
                <a:latin typeface="Times New Roman"/>
                <a:cs typeface="Times New Roman"/>
              </a:rPr>
              <a:t>to </a:t>
            </a:r>
            <a:r>
              <a:rPr dirty="0" sz="1600" spc="-10">
                <a:solidFill>
                  <a:srgbClr val="1F1F1F"/>
                </a:solidFill>
                <a:latin typeface="Times New Roman"/>
                <a:cs typeface="Times New Roman"/>
              </a:rPr>
              <a:t>step).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600">
              <a:latin typeface="Times New Roman"/>
              <a:cs typeface="Times New Roman"/>
            </a:endParaRPr>
          </a:p>
          <a:p>
            <a:pPr algn="ctr" marL="12065">
              <a:lnSpc>
                <a:spcPct val="100000"/>
              </a:lnSpc>
            </a:pPr>
            <a:r>
              <a:rPr dirty="0" sz="1600" spc="-50">
                <a:solidFill>
                  <a:srgbClr val="1F1F1F"/>
                </a:solidFill>
                <a:latin typeface="Times New Roman"/>
                <a:cs typeface="Times New Roman"/>
              </a:rPr>
              <a:t>↓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600">
              <a:latin typeface="Times New Roman"/>
              <a:cs typeface="Times New Roman"/>
            </a:endParaRPr>
          </a:p>
          <a:p>
            <a:pPr algn="ctr" marL="12065">
              <a:lnSpc>
                <a:spcPct val="100000"/>
              </a:lnSpc>
            </a:pP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Step</a:t>
            </a:r>
            <a:r>
              <a:rPr dirty="0" sz="1600" spc="-6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3:</a:t>
            </a:r>
            <a:r>
              <a:rPr dirty="0" sz="1600" spc="-7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Print</a:t>
            </a:r>
            <a:r>
              <a:rPr dirty="0" sz="1600" spc="-6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the</a:t>
            </a:r>
            <a:r>
              <a:rPr dirty="0" sz="1600" spc="-9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employee</a:t>
            </a:r>
            <a:r>
              <a:rPr dirty="0" sz="1600" spc="-6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1F1F1F"/>
                </a:solidFill>
                <a:latin typeface="Times New Roman"/>
                <a:cs typeface="Times New Roman"/>
              </a:rPr>
              <a:t>detail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600">
              <a:latin typeface="Times New Roman"/>
              <a:cs typeface="Times New Roman"/>
            </a:endParaRPr>
          </a:p>
          <a:p>
            <a:pPr algn="ctr" marL="12065">
              <a:lnSpc>
                <a:spcPct val="100000"/>
              </a:lnSpc>
            </a:pPr>
            <a:r>
              <a:rPr dirty="0" sz="1600" spc="-50">
                <a:solidFill>
                  <a:srgbClr val="1F1F1F"/>
                </a:solidFill>
                <a:latin typeface="Times New Roman"/>
                <a:cs typeface="Times New Roman"/>
              </a:rPr>
              <a:t>↓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60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</a:pP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Step</a:t>
            </a:r>
            <a:r>
              <a:rPr dirty="0" sz="1600" spc="-6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4:</a:t>
            </a:r>
            <a:r>
              <a:rPr dirty="0" sz="1600" spc="-5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Get</a:t>
            </a:r>
            <a:r>
              <a:rPr dirty="0" sz="1600" spc="-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all</a:t>
            </a:r>
            <a:r>
              <a:rPr dirty="0" sz="1600" spc="-5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1F1F1F"/>
                </a:solidFill>
                <a:latin typeface="Times New Roman"/>
                <a:cs typeface="Times New Roman"/>
              </a:rPr>
              <a:t>information</a:t>
            </a:r>
            <a:r>
              <a:rPr dirty="0" sz="1600" spc="-5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about</a:t>
            </a:r>
            <a:r>
              <a:rPr dirty="0" sz="16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1F1F1F"/>
                </a:solidFill>
                <a:latin typeface="Times New Roman"/>
                <a:cs typeface="Times New Roman"/>
              </a:rPr>
              <a:t>employee.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600">
              <a:latin typeface="Times New Roman"/>
              <a:cs typeface="Times New Roman"/>
            </a:endParaRPr>
          </a:p>
          <a:p>
            <a:pPr algn="ctr" marL="12065">
              <a:lnSpc>
                <a:spcPct val="100000"/>
              </a:lnSpc>
            </a:pPr>
            <a:r>
              <a:rPr dirty="0" sz="1600" spc="-50">
                <a:solidFill>
                  <a:srgbClr val="1F1F1F"/>
                </a:solidFill>
                <a:latin typeface="Times New Roman"/>
                <a:cs typeface="Times New Roman"/>
              </a:rPr>
              <a:t>↓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600">
              <a:latin typeface="Times New Roman"/>
              <a:cs typeface="Times New Roman"/>
            </a:endParaRPr>
          </a:p>
          <a:p>
            <a:pPr algn="ctr" marL="12065">
              <a:lnSpc>
                <a:spcPct val="100000"/>
              </a:lnSpc>
            </a:pP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Step</a:t>
            </a:r>
            <a:r>
              <a:rPr dirty="0" sz="160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1F1F1F"/>
                </a:solidFill>
                <a:latin typeface="Times New Roman"/>
                <a:cs typeface="Times New Roman"/>
              </a:rPr>
              <a:t>5:</a:t>
            </a:r>
            <a:r>
              <a:rPr dirty="0" sz="1600" spc="-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600" spc="-25">
                <a:solidFill>
                  <a:srgbClr val="1F1F1F"/>
                </a:solidFill>
                <a:latin typeface="Times New Roman"/>
                <a:cs typeface="Times New Roman"/>
              </a:rPr>
              <a:t>End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82038" y="1307337"/>
            <a:ext cx="160020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1F1F1F"/>
              </a:buClr>
              <a:buFont typeface="Symbol"/>
              <a:buChar char=""/>
              <a:tabLst>
                <a:tab pos="240665" algn="l"/>
              </a:tabLst>
            </a:pPr>
            <a:r>
              <a:rPr dirty="0" u="sng" sz="1600" spc="-1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FLOWCHART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76655" y="2058669"/>
            <a:ext cx="5220970" cy="6283960"/>
            <a:chOff x="1176655" y="2058669"/>
            <a:chExt cx="5220970" cy="628396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67913" y="2089889"/>
              <a:ext cx="1887474" cy="111330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877058" y="2077719"/>
              <a:ext cx="1844675" cy="1078865"/>
            </a:xfrm>
            <a:custGeom>
              <a:avLst/>
              <a:gdLst/>
              <a:ahLst/>
              <a:cxnLst/>
              <a:rect l="l" t="t" r="r" b="b"/>
              <a:pathLst>
                <a:path w="1844675" h="1078864">
                  <a:moveTo>
                    <a:pt x="922274" y="0"/>
                  </a:moveTo>
                  <a:lnTo>
                    <a:pt x="861694" y="1143"/>
                  </a:lnTo>
                  <a:lnTo>
                    <a:pt x="802132" y="4572"/>
                  </a:lnTo>
                  <a:lnTo>
                    <a:pt x="743712" y="10160"/>
                  </a:lnTo>
                  <a:lnTo>
                    <a:pt x="686562" y="17780"/>
                  </a:lnTo>
                  <a:lnTo>
                    <a:pt x="630808" y="27559"/>
                  </a:lnTo>
                  <a:lnTo>
                    <a:pt x="576580" y="39243"/>
                  </a:lnTo>
                  <a:lnTo>
                    <a:pt x="524129" y="52705"/>
                  </a:lnTo>
                  <a:lnTo>
                    <a:pt x="473329" y="68199"/>
                  </a:lnTo>
                  <a:lnTo>
                    <a:pt x="424433" y="85217"/>
                  </a:lnTo>
                  <a:lnTo>
                    <a:pt x="377697" y="104140"/>
                  </a:lnTo>
                  <a:lnTo>
                    <a:pt x="332994" y="124460"/>
                  </a:lnTo>
                  <a:lnTo>
                    <a:pt x="290449" y="146431"/>
                  </a:lnTo>
                  <a:lnTo>
                    <a:pt x="250444" y="169925"/>
                  </a:lnTo>
                  <a:lnTo>
                    <a:pt x="212852" y="194691"/>
                  </a:lnTo>
                  <a:lnTo>
                    <a:pt x="177927" y="220853"/>
                  </a:lnTo>
                  <a:lnTo>
                    <a:pt x="145796" y="248285"/>
                  </a:lnTo>
                  <a:lnTo>
                    <a:pt x="116459" y="276860"/>
                  </a:lnTo>
                  <a:lnTo>
                    <a:pt x="90169" y="306578"/>
                  </a:lnTo>
                  <a:lnTo>
                    <a:pt x="67056" y="337312"/>
                  </a:lnTo>
                  <a:lnTo>
                    <a:pt x="30480" y="401574"/>
                  </a:lnTo>
                  <a:lnTo>
                    <a:pt x="7747" y="469138"/>
                  </a:lnTo>
                  <a:lnTo>
                    <a:pt x="0" y="539496"/>
                  </a:lnTo>
                  <a:lnTo>
                    <a:pt x="2031" y="574929"/>
                  </a:lnTo>
                  <a:lnTo>
                    <a:pt x="17272" y="644017"/>
                  </a:lnTo>
                  <a:lnTo>
                    <a:pt x="46990" y="709930"/>
                  </a:lnTo>
                  <a:lnTo>
                    <a:pt x="90169" y="772414"/>
                  </a:lnTo>
                  <a:lnTo>
                    <a:pt x="116459" y="802005"/>
                  </a:lnTo>
                  <a:lnTo>
                    <a:pt x="145796" y="830580"/>
                  </a:lnTo>
                  <a:lnTo>
                    <a:pt x="177927" y="858012"/>
                  </a:lnTo>
                  <a:lnTo>
                    <a:pt x="212852" y="884174"/>
                  </a:lnTo>
                  <a:lnTo>
                    <a:pt x="250444" y="908939"/>
                  </a:lnTo>
                  <a:lnTo>
                    <a:pt x="290449" y="932434"/>
                  </a:lnTo>
                  <a:lnTo>
                    <a:pt x="332994" y="954405"/>
                  </a:lnTo>
                  <a:lnTo>
                    <a:pt x="377697" y="974725"/>
                  </a:lnTo>
                  <a:lnTo>
                    <a:pt x="424433" y="993648"/>
                  </a:lnTo>
                  <a:lnTo>
                    <a:pt x="473329" y="1010793"/>
                  </a:lnTo>
                  <a:lnTo>
                    <a:pt x="524129" y="1026160"/>
                  </a:lnTo>
                  <a:lnTo>
                    <a:pt x="576580" y="1039749"/>
                  </a:lnTo>
                  <a:lnTo>
                    <a:pt x="630808" y="1051306"/>
                  </a:lnTo>
                  <a:lnTo>
                    <a:pt x="686562" y="1061085"/>
                  </a:lnTo>
                  <a:lnTo>
                    <a:pt x="743712" y="1068705"/>
                  </a:lnTo>
                  <a:lnTo>
                    <a:pt x="802132" y="1074293"/>
                  </a:lnTo>
                  <a:lnTo>
                    <a:pt x="861694" y="1077722"/>
                  </a:lnTo>
                  <a:lnTo>
                    <a:pt x="922274" y="1078865"/>
                  </a:lnTo>
                  <a:lnTo>
                    <a:pt x="982980" y="1077722"/>
                  </a:lnTo>
                  <a:lnTo>
                    <a:pt x="1042543" y="1074293"/>
                  </a:lnTo>
                  <a:lnTo>
                    <a:pt x="1100963" y="1068705"/>
                  </a:lnTo>
                  <a:lnTo>
                    <a:pt x="1158113" y="1061085"/>
                  </a:lnTo>
                  <a:lnTo>
                    <a:pt x="1213866" y="1051306"/>
                  </a:lnTo>
                  <a:lnTo>
                    <a:pt x="1267968" y="1039749"/>
                  </a:lnTo>
                  <a:lnTo>
                    <a:pt x="1320545" y="1026160"/>
                  </a:lnTo>
                  <a:lnTo>
                    <a:pt x="1371345" y="1010793"/>
                  </a:lnTo>
                  <a:lnTo>
                    <a:pt x="1420241" y="993648"/>
                  </a:lnTo>
                  <a:lnTo>
                    <a:pt x="1466977" y="974725"/>
                  </a:lnTo>
                  <a:lnTo>
                    <a:pt x="1511681" y="954405"/>
                  </a:lnTo>
                  <a:lnTo>
                    <a:pt x="1554226" y="932434"/>
                  </a:lnTo>
                  <a:lnTo>
                    <a:pt x="1594231" y="908939"/>
                  </a:lnTo>
                  <a:lnTo>
                    <a:pt x="1631822" y="884174"/>
                  </a:lnTo>
                  <a:lnTo>
                    <a:pt x="1666747" y="858012"/>
                  </a:lnTo>
                  <a:lnTo>
                    <a:pt x="1698879" y="830580"/>
                  </a:lnTo>
                  <a:lnTo>
                    <a:pt x="1728216" y="802005"/>
                  </a:lnTo>
                  <a:lnTo>
                    <a:pt x="1754505" y="772414"/>
                  </a:lnTo>
                  <a:lnTo>
                    <a:pt x="1777745" y="741680"/>
                  </a:lnTo>
                  <a:lnTo>
                    <a:pt x="1814321" y="677418"/>
                  </a:lnTo>
                  <a:lnTo>
                    <a:pt x="1836928" y="609854"/>
                  </a:lnTo>
                  <a:lnTo>
                    <a:pt x="1844675" y="539496"/>
                  </a:lnTo>
                  <a:lnTo>
                    <a:pt x="1842770" y="504063"/>
                  </a:lnTo>
                  <a:lnTo>
                    <a:pt x="1827403" y="434975"/>
                  </a:lnTo>
                  <a:lnTo>
                    <a:pt x="1797684" y="368935"/>
                  </a:lnTo>
                  <a:lnTo>
                    <a:pt x="1754505" y="306578"/>
                  </a:lnTo>
                  <a:lnTo>
                    <a:pt x="1728216" y="276860"/>
                  </a:lnTo>
                  <a:lnTo>
                    <a:pt x="1698879" y="248285"/>
                  </a:lnTo>
                  <a:lnTo>
                    <a:pt x="1666747" y="220853"/>
                  </a:lnTo>
                  <a:lnTo>
                    <a:pt x="1631822" y="194691"/>
                  </a:lnTo>
                  <a:lnTo>
                    <a:pt x="1594231" y="169925"/>
                  </a:lnTo>
                  <a:lnTo>
                    <a:pt x="1554226" y="146431"/>
                  </a:lnTo>
                  <a:lnTo>
                    <a:pt x="1511681" y="124460"/>
                  </a:lnTo>
                  <a:lnTo>
                    <a:pt x="1466977" y="104140"/>
                  </a:lnTo>
                  <a:lnTo>
                    <a:pt x="1420241" y="85217"/>
                  </a:lnTo>
                  <a:lnTo>
                    <a:pt x="1371345" y="68199"/>
                  </a:lnTo>
                  <a:lnTo>
                    <a:pt x="1320545" y="52705"/>
                  </a:lnTo>
                  <a:lnTo>
                    <a:pt x="1267968" y="39243"/>
                  </a:lnTo>
                  <a:lnTo>
                    <a:pt x="1213866" y="27559"/>
                  </a:lnTo>
                  <a:lnTo>
                    <a:pt x="1158113" y="17780"/>
                  </a:lnTo>
                  <a:lnTo>
                    <a:pt x="1100963" y="10160"/>
                  </a:lnTo>
                  <a:lnTo>
                    <a:pt x="1042543" y="4572"/>
                  </a:lnTo>
                  <a:lnTo>
                    <a:pt x="982980" y="1143"/>
                  </a:lnTo>
                  <a:lnTo>
                    <a:pt x="922274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877058" y="2077719"/>
              <a:ext cx="1844675" cy="1078865"/>
            </a:xfrm>
            <a:custGeom>
              <a:avLst/>
              <a:gdLst/>
              <a:ahLst/>
              <a:cxnLst/>
              <a:rect l="l" t="t" r="r" b="b"/>
              <a:pathLst>
                <a:path w="1844675" h="1078864">
                  <a:moveTo>
                    <a:pt x="0" y="539496"/>
                  </a:moveTo>
                  <a:lnTo>
                    <a:pt x="7747" y="469138"/>
                  </a:lnTo>
                  <a:lnTo>
                    <a:pt x="30480" y="401574"/>
                  </a:lnTo>
                  <a:lnTo>
                    <a:pt x="67056" y="337312"/>
                  </a:lnTo>
                  <a:lnTo>
                    <a:pt x="90169" y="306578"/>
                  </a:lnTo>
                  <a:lnTo>
                    <a:pt x="116459" y="276860"/>
                  </a:lnTo>
                  <a:lnTo>
                    <a:pt x="145796" y="248285"/>
                  </a:lnTo>
                  <a:lnTo>
                    <a:pt x="177927" y="220853"/>
                  </a:lnTo>
                  <a:lnTo>
                    <a:pt x="212852" y="194691"/>
                  </a:lnTo>
                  <a:lnTo>
                    <a:pt x="250444" y="169925"/>
                  </a:lnTo>
                  <a:lnTo>
                    <a:pt x="290449" y="146431"/>
                  </a:lnTo>
                  <a:lnTo>
                    <a:pt x="332994" y="124460"/>
                  </a:lnTo>
                  <a:lnTo>
                    <a:pt x="377697" y="104140"/>
                  </a:lnTo>
                  <a:lnTo>
                    <a:pt x="424433" y="85217"/>
                  </a:lnTo>
                  <a:lnTo>
                    <a:pt x="473329" y="68199"/>
                  </a:lnTo>
                  <a:lnTo>
                    <a:pt x="524129" y="52705"/>
                  </a:lnTo>
                  <a:lnTo>
                    <a:pt x="576580" y="39243"/>
                  </a:lnTo>
                  <a:lnTo>
                    <a:pt x="630808" y="27559"/>
                  </a:lnTo>
                  <a:lnTo>
                    <a:pt x="686562" y="17780"/>
                  </a:lnTo>
                  <a:lnTo>
                    <a:pt x="743712" y="10160"/>
                  </a:lnTo>
                  <a:lnTo>
                    <a:pt x="802132" y="4572"/>
                  </a:lnTo>
                  <a:lnTo>
                    <a:pt x="861694" y="1143"/>
                  </a:lnTo>
                  <a:lnTo>
                    <a:pt x="922274" y="0"/>
                  </a:lnTo>
                  <a:lnTo>
                    <a:pt x="982980" y="1143"/>
                  </a:lnTo>
                  <a:lnTo>
                    <a:pt x="1042543" y="4572"/>
                  </a:lnTo>
                  <a:lnTo>
                    <a:pt x="1100963" y="10160"/>
                  </a:lnTo>
                  <a:lnTo>
                    <a:pt x="1158113" y="17780"/>
                  </a:lnTo>
                  <a:lnTo>
                    <a:pt x="1213866" y="27559"/>
                  </a:lnTo>
                  <a:lnTo>
                    <a:pt x="1267968" y="39243"/>
                  </a:lnTo>
                  <a:lnTo>
                    <a:pt x="1320545" y="52705"/>
                  </a:lnTo>
                  <a:lnTo>
                    <a:pt x="1371345" y="68199"/>
                  </a:lnTo>
                  <a:lnTo>
                    <a:pt x="1420241" y="85217"/>
                  </a:lnTo>
                  <a:lnTo>
                    <a:pt x="1466977" y="104140"/>
                  </a:lnTo>
                  <a:lnTo>
                    <a:pt x="1511681" y="124460"/>
                  </a:lnTo>
                  <a:lnTo>
                    <a:pt x="1554226" y="146431"/>
                  </a:lnTo>
                  <a:lnTo>
                    <a:pt x="1594231" y="169925"/>
                  </a:lnTo>
                  <a:lnTo>
                    <a:pt x="1631822" y="194691"/>
                  </a:lnTo>
                  <a:lnTo>
                    <a:pt x="1666747" y="220853"/>
                  </a:lnTo>
                  <a:lnTo>
                    <a:pt x="1698879" y="248285"/>
                  </a:lnTo>
                  <a:lnTo>
                    <a:pt x="1728216" y="276860"/>
                  </a:lnTo>
                  <a:lnTo>
                    <a:pt x="1754505" y="306578"/>
                  </a:lnTo>
                  <a:lnTo>
                    <a:pt x="1777745" y="337312"/>
                  </a:lnTo>
                  <a:lnTo>
                    <a:pt x="1814321" y="401574"/>
                  </a:lnTo>
                  <a:lnTo>
                    <a:pt x="1836928" y="469138"/>
                  </a:lnTo>
                  <a:lnTo>
                    <a:pt x="1844675" y="539496"/>
                  </a:lnTo>
                  <a:lnTo>
                    <a:pt x="1842770" y="574929"/>
                  </a:lnTo>
                  <a:lnTo>
                    <a:pt x="1827403" y="644017"/>
                  </a:lnTo>
                  <a:lnTo>
                    <a:pt x="1797684" y="709930"/>
                  </a:lnTo>
                  <a:lnTo>
                    <a:pt x="1754505" y="772414"/>
                  </a:lnTo>
                  <a:lnTo>
                    <a:pt x="1728216" y="802005"/>
                  </a:lnTo>
                  <a:lnTo>
                    <a:pt x="1698879" y="830580"/>
                  </a:lnTo>
                  <a:lnTo>
                    <a:pt x="1666747" y="858012"/>
                  </a:lnTo>
                  <a:lnTo>
                    <a:pt x="1631822" y="884174"/>
                  </a:lnTo>
                  <a:lnTo>
                    <a:pt x="1594231" y="908939"/>
                  </a:lnTo>
                  <a:lnTo>
                    <a:pt x="1554226" y="932434"/>
                  </a:lnTo>
                  <a:lnTo>
                    <a:pt x="1511681" y="954405"/>
                  </a:lnTo>
                  <a:lnTo>
                    <a:pt x="1466977" y="974725"/>
                  </a:lnTo>
                  <a:lnTo>
                    <a:pt x="1420241" y="993648"/>
                  </a:lnTo>
                  <a:lnTo>
                    <a:pt x="1371345" y="1010793"/>
                  </a:lnTo>
                  <a:lnTo>
                    <a:pt x="1320545" y="1026160"/>
                  </a:lnTo>
                  <a:lnTo>
                    <a:pt x="1267968" y="1039749"/>
                  </a:lnTo>
                  <a:lnTo>
                    <a:pt x="1213866" y="1051306"/>
                  </a:lnTo>
                  <a:lnTo>
                    <a:pt x="1158113" y="1061085"/>
                  </a:lnTo>
                  <a:lnTo>
                    <a:pt x="1100963" y="1068705"/>
                  </a:lnTo>
                  <a:lnTo>
                    <a:pt x="1042543" y="1074293"/>
                  </a:lnTo>
                  <a:lnTo>
                    <a:pt x="982980" y="1077722"/>
                  </a:lnTo>
                  <a:lnTo>
                    <a:pt x="922274" y="1078865"/>
                  </a:lnTo>
                  <a:lnTo>
                    <a:pt x="861694" y="1077722"/>
                  </a:lnTo>
                  <a:lnTo>
                    <a:pt x="802132" y="1074293"/>
                  </a:lnTo>
                  <a:lnTo>
                    <a:pt x="743712" y="1068705"/>
                  </a:lnTo>
                  <a:lnTo>
                    <a:pt x="686562" y="1061085"/>
                  </a:lnTo>
                  <a:lnTo>
                    <a:pt x="630808" y="1051306"/>
                  </a:lnTo>
                  <a:lnTo>
                    <a:pt x="576580" y="1039749"/>
                  </a:lnTo>
                  <a:lnTo>
                    <a:pt x="524129" y="1026160"/>
                  </a:lnTo>
                  <a:lnTo>
                    <a:pt x="473329" y="1010793"/>
                  </a:lnTo>
                  <a:lnTo>
                    <a:pt x="424433" y="993648"/>
                  </a:lnTo>
                  <a:lnTo>
                    <a:pt x="377697" y="974725"/>
                  </a:lnTo>
                  <a:lnTo>
                    <a:pt x="332994" y="954405"/>
                  </a:lnTo>
                  <a:lnTo>
                    <a:pt x="290449" y="932434"/>
                  </a:lnTo>
                  <a:lnTo>
                    <a:pt x="250444" y="908939"/>
                  </a:lnTo>
                  <a:lnTo>
                    <a:pt x="212852" y="884174"/>
                  </a:lnTo>
                  <a:lnTo>
                    <a:pt x="177927" y="858012"/>
                  </a:lnTo>
                  <a:lnTo>
                    <a:pt x="145796" y="830580"/>
                  </a:lnTo>
                  <a:lnTo>
                    <a:pt x="116459" y="802005"/>
                  </a:lnTo>
                  <a:lnTo>
                    <a:pt x="90169" y="772414"/>
                  </a:lnTo>
                  <a:lnTo>
                    <a:pt x="67056" y="741680"/>
                  </a:lnTo>
                  <a:lnTo>
                    <a:pt x="30480" y="677418"/>
                  </a:lnTo>
                  <a:lnTo>
                    <a:pt x="7747" y="609854"/>
                  </a:lnTo>
                  <a:lnTo>
                    <a:pt x="0" y="539496"/>
                  </a:lnTo>
                  <a:close/>
                </a:path>
              </a:pathLst>
            </a:custGeom>
            <a:ln w="38100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7913" y="7603716"/>
              <a:ext cx="1887474" cy="73840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877058" y="7591551"/>
              <a:ext cx="1844675" cy="705485"/>
            </a:xfrm>
            <a:custGeom>
              <a:avLst/>
              <a:gdLst/>
              <a:ahLst/>
              <a:cxnLst/>
              <a:rect l="l" t="t" r="r" b="b"/>
              <a:pathLst>
                <a:path w="1844675" h="705484">
                  <a:moveTo>
                    <a:pt x="922274" y="0"/>
                  </a:moveTo>
                  <a:lnTo>
                    <a:pt x="856488" y="888"/>
                  </a:lnTo>
                  <a:lnTo>
                    <a:pt x="791844" y="3555"/>
                  </a:lnTo>
                  <a:lnTo>
                    <a:pt x="728599" y="7746"/>
                  </a:lnTo>
                  <a:lnTo>
                    <a:pt x="667004" y="13715"/>
                  </a:lnTo>
                  <a:lnTo>
                    <a:pt x="607059" y="21208"/>
                  </a:lnTo>
                  <a:lnTo>
                    <a:pt x="549020" y="30098"/>
                  </a:lnTo>
                  <a:lnTo>
                    <a:pt x="493014" y="40512"/>
                  </a:lnTo>
                  <a:lnTo>
                    <a:pt x="439166" y="52196"/>
                  </a:lnTo>
                  <a:lnTo>
                    <a:pt x="387604" y="65277"/>
                  </a:lnTo>
                  <a:lnTo>
                    <a:pt x="338581" y="79628"/>
                  </a:lnTo>
                  <a:lnTo>
                    <a:pt x="292354" y="95122"/>
                  </a:lnTo>
                  <a:lnTo>
                    <a:pt x="248793" y="111759"/>
                  </a:lnTo>
                  <a:lnTo>
                    <a:pt x="208153" y="129539"/>
                  </a:lnTo>
                  <a:lnTo>
                    <a:pt x="170687" y="148208"/>
                  </a:lnTo>
                  <a:lnTo>
                    <a:pt x="136525" y="167893"/>
                  </a:lnTo>
                  <a:lnTo>
                    <a:pt x="78740" y="209930"/>
                  </a:lnTo>
                  <a:lnTo>
                    <a:pt x="35814" y="255015"/>
                  </a:lnTo>
                  <a:lnTo>
                    <a:pt x="9143" y="302767"/>
                  </a:lnTo>
                  <a:lnTo>
                    <a:pt x="0" y="352678"/>
                  </a:lnTo>
                  <a:lnTo>
                    <a:pt x="2286" y="377824"/>
                  </a:lnTo>
                  <a:lnTo>
                    <a:pt x="20447" y="426719"/>
                  </a:lnTo>
                  <a:lnTo>
                    <a:pt x="55372" y="473328"/>
                  </a:lnTo>
                  <a:lnTo>
                    <a:pt x="105791" y="516889"/>
                  </a:lnTo>
                  <a:lnTo>
                    <a:pt x="170687" y="557148"/>
                  </a:lnTo>
                  <a:lnTo>
                    <a:pt x="208153" y="575944"/>
                  </a:lnTo>
                  <a:lnTo>
                    <a:pt x="248793" y="593724"/>
                  </a:lnTo>
                  <a:lnTo>
                    <a:pt x="292354" y="610361"/>
                  </a:lnTo>
                  <a:lnTo>
                    <a:pt x="338581" y="625855"/>
                  </a:lnTo>
                  <a:lnTo>
                    <a:pt x="387604" y="640206"/>
                  </a:lnTo>
                  <a:lnTo>
                    <a:pt x="439166" y="653287"/>
                  </a:lnTo>
                  <a:lnTo>
                    <a:pt x="493014" y="664971"/>
                  </a:lnTo>
                  <a:lnTo>
                    <a:pt x="549020" y="675385"/>
                  </a:lnTo>
                  <a:lnTo>
                    <a:pt x="607059" y="684275"/>
                  </a:lnTo>
                  <a:lnTo>
                    <a:pt x="667004" y="691768"/>
                  </a:lnTo>
                  <a:lnTo>
                    <a:pt x="728599" y="697737"/>
                  </a:lnTo>
                  <a:lnTo>
                    <a:pt x="791844" y="701928"/>
                  </a:lnTo>
                  <a:lnTo>
                    <a:pt x="856488" y="704595"/>
                  </a:lnTo>
                  <a:lnTo>
                    <a:pt x="922274" y="705484"/>
                  </a:lnTo>
                  <a:lnTo>
                    <a:pt x="988187" y="704595"/>
                  </a:lnTo>
                  <a:lnTo>
                    <a:pt x="1052830" y="701928"/>
                  </a:lnTo>
                  <a:lnTo>
                    <a:pt x="1115949" y="697737"/>
                  </a:lnTo>
                  <a:lnTo>
                    <a:pt x="1177670" y="691768"/>
                  </a:lnTo>
                  <a:lnTo>
                    <a:pt x="1237615" y="684275"/>
                  </a:lnTo>
                  <a:lnTo>
                    <a:pt x="1295654" y="675385"/>
                  </a:lnTo>
                  <a:lnTo>
                    <a:pt x="1351661" y="664971"/>
                  </a:lnTo>
                  <a:lnTo>
                    <a:pt x="1405508" y="653287"/>
                  </a:lnTo>
                  <a:lnTo>
                    <a:pt x="1457070" y="640206"/>
                  </a:lnTo>
                  <a:lnTo>
                    <a:pt x="1505966" y="625855"/>
                  </a:lnTo>
                  <a:lnTo>
                    <a:pt x="1552320" y="610361"/>
                  </a:lnTo>
                  <a:lnTo>
                    <a:pt x="1595882" y="593724"/>
                  </a:lnTo>
                  <a:lnTo>
                    <a:pt x="1636521" y="575944"/>
                  </a:lnTo>
                  <a:lnTo>
                    <a:pt x="1673987" y="557148"/>
                  </a:lnTo>
                  <a:lnTo>
                    <a:pt x="1708150" y="537463"/>
                  </a:lnTo>
                  <a:lnTo>
                    <a:pt x="1765934" y="495426"/>
                  </a:lnTo>
                  <a:lnTo>
                    <a:pt x="1808861" y="450341"/>
                  </a:lnTo>
                  <a:lnTo>
                    <a:pt x="1835531" y="402589"/>
                  </a:lnTo>
                  <a:lnTo>
                    <a:pt x="1844675" y="352678"/>
                  </a:lnTo>
                  <a:lnTo>
                    <a:pt x="1842389" y="327532"/>
                  </a:lnTo>
                  <a:lnTo>
                    <a:pt x="1824355" y="278637"/>
                  </a:lnTo>
                  <a:lnTo>
                    <a:pt x="1789430" y="232155"/>
                  </a:lnTo>
                  <a:lnTo>
                    <a:pt x="1738883" y="188594"/>
                  </a:lnTo>
                  <a:lnTo>
                    <a:pt x="1673987" y="148208"/>
                  </a:lnTo>
                  <a:lnTo>
                    <a:pt x="1636521" y="129539"/>
                  </a:lnTo>
                  <a:lnTo>
                    <a:pt x="1595882" y="111759"/>
                  </a:lnTo>
                  <a:lnTo>
                    <a:pt x="1552320" y="95122"/>
                  </a:lnTo>
                  <a:lnTo>
                    <a:pt x="1505966" y="79628"/>
                  </a:lnTo>
                  <a:lnTo>
                    <a:pt x="1457070" y="65277"/>
                  </a:lnTo>
                  <a:lnTo>
                    <a:pt x="1405508" y="52196"/>
                  </a:lnTo>
                  <a:lnTo>
                    <a:pt x="1351661" y="40512"/>
                  </a:lnTo>
                  <a:lnTo>
                    <a:pt x="1295654" y="30098"/>
                  </a:lnTo>
                  <a:lnTo>
                    <a:pt x="1237615" y="21208"/>
                  </a:lnTo>
                  <a:lnTo>
                    <a:pt x="1177670" y="13715"/>
                  </a:lnTo>
                  <a:lnTo>
                    <a:pt x="1115949" y="7746"/>
                  </a:lnTo>
                  <a:lnTo>
                    <a:pt x="1052830" y="3555"/>
                  </a:lnTo>
                  <a:lnTo>
                    <a:pt x="988187" y="888"/>
                  </a:lnTo>
                  <a:lnTo>
                    <a:pt x="922274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877058" y="7591551"/>
              <a:ext cx="1844675" cy="705485"/>
            </a:xfrm>
            <a:custGeom>
              <a:avLst/>
              <a:gdLst/>
              <a:ahLst/>
              <a:cxnLst/>
              <a:rect l="l" t="t" r="r" b="b"/>
              <a:pathLst>
                <a:path w="1844675" h="705484">
                  <a:moveTo>
                    <a:pt x="0" y="352678"/>
                  </a:moveTo>
                  <a:lnTo>
                    <a:pt x="9143" y="302767"/>
                  </a:lnTo>
                  <a:lnTo>
                    <a:pt x="35814" y="255015"/>
                  </a:lnTo>
                  <a:lnTo>
                    <a:pt x="78740" y="209930"/>
                  </a:lnTo>
                  <a:lnTo>
                    <a:pt x="136525" y="167893"/>
                  </a:lnTo>
                  <a:lnTo>
                    <a:pt x="170687" y="148208"/>
                  </a:lnTo>
                  <a:lnTo>
                    <a:pt x="208153" y="129539"/>
                  </a:lnTo>
                  <a:lnTo>
                    <a:pt x="248793" y="111759"/>
                  </a:lnTo>
                  <a:lnTo>
                    <a:pt x="292354" y="95122"/>
                  </a:lnTo>
                  <a:lnTo>
                    <a:pt x="338581" y="79628"/>
                  </a:lnTo>
                  <a:lnTo>
                    <a:pt x="387604" y="65277"/>
                  </a:lnTo>
                  <a:lnTo>
                    <a:pt x="439166" y="52196"/>
                  </a:lnTo>
                  <a:lnTo>
                    <a:pt x="493014" y="40512"/>
                  </a:lnTo>
                  <a:lnTo>
                    <a:pt x="549020" y="30098"/>
                  </a:lnTo>
                  <a:lnTo>
                    <a:pt x="607059" y="21208"/>
                  </a:lnTo>
                  <a:lnTo>
                    <a:pt x="667004" y="13715"/>
                  </a:lnTo>
                  <a:lnTo>
                    <a:pt x="728599" y="7746"/>
                  </a:lnTo>
                  <a:lnTo>
                    <a:pt x="791844" y="3555"/>
                  </a:lnTo>
                  <a:lnTo>
                    <a:pt x="856488" y="888"/>
                  </a:lnTo>
                  <a:lnTo>
                    <a:pt x="922274" y="0"/>
                  </a:lnTo>
                  <a:lnTo>
                    <a:pt x="988187" y="888"/>
                  </a:lnTo>
                  <a:lnTo>
                    <a:pt x="1052830" y="3555"/>
                  </a:lnTo>
                  <a:lnTo>
                    <a:pt x="1115949" y="7746"/>
                  </a:lnTo>
                  <a:lnTo>
                    <a:pt x="1177670" y="13715"/>
                  </a:lnTo>
                  <a:lnTo>
                    <a:pt x="1237615" y="21208"/>
                  </a:lnTo>
                  <a:lnTo>
                    <a:pt x="1295654" y="30098"/>
                  </a:lnTo>
                  <a:lnTo>
                    <a:pt x="1351661" y="40512"/>
                  </a:lnTo>
                  <a:lnTo>
                    <a:pt x="1405508" y="52196"/>
                  </a:lnTo>
                  <a:lnTo>
                    <a:pt x="1457070" y="65277"/>
                  </a:lnTo>
                  <a:lnTo>
                    <a:pt x="1505966" y="79628"/>
                  </a:lnTo>
                  <a:lnTo>
                    <a:pt x="1552320" y="95122"/>
                  </a:lnTo>
                  <a:lnTo>
                    <a:pt x="1595882" y="111759"/>
                  </a:lnTo>
                  <a:lnTo>
                    <a:pt x="1636521" y="129539"/>
                  </a:lnTo>
                  <a:lnTo>
                    <a:pt x="1673987" y="148208"/>
                  </a:lnTo>
                  <a:lnTo>
                    <a:pt x="1708150" y="167893"/>
                  </a:lnTo>
                  <a:lnTo>
                    <a:pt x="1765934" y="209930"/>
                  </a:lnTo>
                  <a:lnTo>
                    <a:pt x="1808861" y="255015"/>
                  </a:lnTo>
                  <a:lnTo>
                    <a:pt x="1835531" y="302767"/>
                  </a:lnTo>
                  <a:lnTo>
                    <a:pt x="1844675" y="352678"/>
                  </a:lnTo>
                  <a:lnTo>
                    <a:pt x="1842389" y="377824"/>
                  </a:lnTo>
                  <a:lnTo>
                    <a:pt x="1824355" y="426719"/>
                  </a:lnTo>
                  <a:lnTo>
                    <a:pt x="1789430" y="473328"/>
                  </a:lnTo>
                  <a:lnTo>
                    <a:pt x="1738883" y="516889"/>
                  </a:lnTo>
                  <a:lnTo>
                    <a:pt x="1673987" y="557148"/>
                  </a:lnTo>
                  <a:lnTo>
                    <a:pt x="1636521" y="575944"/>
                  </a:lnTo>
                  <a:lnTo>
                    <a:pt x="1595882" y="593724"/>
                  </a:lnTo>
                  <a:lnTo>
                    <a:pt x="1552320" y="610361"/>
                  </a:lnTo>
                  <a:lnTo>
                    <a:pt x="1505966" y="625855"/>
                  </a:lnTo>
                  <a:lnTo>
                    <a:pt x="1457070" y="640206"/>
                  </a:lnTo>
                  <a:lnTo>
                    <a:pt x="1405508" y="653287"/>
                  </a:lnTo>
                  <a:lnTo>
                    <a:pt x="1351661" y="664971"/>
                  </a:lnTo>
                  <a:lnTo>
                    <a:pt x="1295654" y="675385"/>
                  </a:lnTo>
                  <a:lnTo>
                    <a:pt x="1237615" y="684275"/>
                  </a:lnTo>
                  <a:lnTo>
                    <a:pt x="1177670" y="691768"/>
                  </a:lnTo>
                  <a:lnTo>
                    <a:pt x="1115949" y="697737"/>
                  </a:lnTo>
                  <a:lnTo>
                    <a:pt x="1052830" y="701928"/>
                  </a:lnTo>
                  <a:lnTo>
                    <a:pt x="988187" y="704595"/>
                  </a:lnTo>
                  <a:lnTo>
                    <a:pt x="922274" y="705484"/>
                  </a:lnTo>
                  <a:lnTo>
                    <a:pt x="856488" y="704595"/>
                  </a:lnTo>
                  <a:lnTo>
                    <a:pt x="791844" y="701928"/>
                  </a:lnTo>
                  <a:lnTo>
                    <a:pt x="728599" y="697737"/>
                  </a:lnTo>
                  <a:lnTo>
                    <a:pt x="667004" y="691768"/>
                  </a:lnTo>
                  <a:lnTo>
                    <a:pt x="607059" y="684275"/>
                  </a:lnTo>
                  <a:lnTo>
                    <a:pt x="549020" y="675385"/>
                  </a:lnTo>
                  <a:lnTo>
                    <a:pt x="493014" y="664971"/>
                  </a:lnTo>
                  <a:lnTo>
                    <a:pt x="439166" y="653287"/>
                  </a:lnTo>
                  <a:lnTo>
                    <a:pt x="387604" y="640206"/>
                  </a:lnTo>
                  <a:lnTo>
                    <a:pt x="338581" y="625855"/>
                  </a:lnTo>
                  <a:lnTo>
                    <a:pt x="292354" y="610361"/>
                  </a:lnTo>
                  <a:lnTo>
                    <a:pt x="248793" y="593724"/>
                  </a:lnTo>
                  <a:lnTo>
                    <a:pt x="208153" y="575944"/>
                  </a:lnTo>
                  <a:lnTo>
                    <a:pt x="170687" y="557148"/>
                  </a:lnTo>
                  <a:lnTo>
                    <a:pt x="136525" y="537463"/>
                  </a:lnTo>
                  <a:lnTo>
                    <a:pt x="78740" y="495426"/>
                  </a:lnTo>
                  <a:lnTo>
                    <a:pt x="35814" y="450341"/>
                  </a:lnTo>
                  <a:lnTo>
                    <a:pt x="9143" y="402589"/>
                  </a:lnTo>
                  <a:lnTo>
                    <a:pt x="0" y="352678"/>
                  </a:lnTo>
                  <a:close/>
                </a:path>
              </a:pathLst>
            </a:custGeom>
            <a:ln w="38100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66874" y="3610863"/>
              <a:ext cx="3274314" cy="579882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176655" y="4533391"/>
              <a:ext cx="5220970" cy="1397635"/>
            </a:xfrm>
            <a:custGeom>
              <a:avLst/>
              <a:gdLst/>
              <a:ahLst/>
              <a:cxnLst/>
              <a:rect l="l" t="t" r="r" b="b"/>
              <a:pathLst>
                <a:path w="5220970" h="1397635">
                  <a:moveTo>
                    <a:pt x="5030089" y="0"/>
                  </a:moveTo>
                  <a:lnTo>
                    <a:pt x="1339595" y="0"/>
                  </a:lnTo>
                  <a:lnTo>
                    <a:pt x="0" y="1368297"/>
                  </a:lnTo>
                  <a:lnTo>
                    <a:pt x="12331" y="1397634"/>
                  </a:lnTo>
                  <a:lnTo>
                    <a:pt x="3880866" y="1397634"/>
                  </a:lnTo>
                  <a:lnTo>
                    <a:pt x="3922287" y="1355343"/>
                  </a:lnTo>
                  <a:lnTo>
                    <a:pt x="85648" y="1355343"/>
                  </a:lnTo>
                  <a:lnTo>
                    <a:pt x="81546" y="1345564"/>
                  </a:lnTo>
                  <a:lnTo>
                    <a:pt x="132079" y="1293876"/>
                  </a:lnTo>
                  <a:lnTo>
                    <a:pt x="157860" y="1293876"/>
                  </a:lnTo>
                  <a:lnTo>
                    <a:pt x="157860" y="1270634"/>
                  </a:lnTo>
                  <a:lnTo>
                    <a:pt x="154939" y="1270634"/>
                  </a:lnTo>
                  <a:lnTo>
                    <a:pt x="1357376" y="42290"/>
                  </a:lnTo>
                  <a:lnTo>
                    <a:pt x="5030089" y="42290"/>
                  </a:lnTo>
                  <a:lnTo>
                    <a:pt x="5030089" y="0"/>
                  </a:lnTo>
                  <a:close/>
                </a:path>
                <a:path w="5220970" h="1397635">
                  <a:moveTo>
                    <a:pt x="140081" y="1312926"/>
                  </a:moveTo>
                  <a:lnTo>
                    <a:pt x="122300" y="1312926"/>
                  </a:lnTo>
                  <a:lnTo>
                    <a:pt x="128523" y="1327784"/>
                  </a:lnTo>
                  <a:lnTo>
                    <a:pt x="122300" y="1334134"/>
                  </a:lnTo>
                  <a:lnTo>
                    <a:pt x="152019" y="1334134"/>
                  </a:lnTo>
                  <a:lnTo>
                    <a:pt x="149859" y="1336293"/>
                  </a:lnTo>
                  <a:lnTo>
                    <a:pt x="157860" y="1355343"/>
                  </a:lnTo>
                  <a:lnTo>
                    <a:pt x="157860" y="1315084"/>
                  </a:lnTo>
                  <a:lnTo>
                    <a:pt x="140969" y="1315084"/>
                  </a:lnTo>
                  <a:lnTo>
                    <a:pt x="140081" y="1312926"/>
                  </a:lnTo>
                  <a:close/>
                </a:path>
                <a:path w="5220970" h="1397635">
                  <a:moveTo>
                    <a:pt x="5138928" y="0"/>
                  </a:moveTo>
                  <a:lnTo>
                    <a:pt x="5030089" y="0"/>
                  </a:lnTo>
                  <a:lnTo>
                    <a:pt x="5030089" y="42290"/>
                  </a:lnTo>
                  <a:lnTo>
                    <a:pt x="5009260" y="63500"/>
                  </a:lnTo>
                  <a:lnTo>
                    <a:pt x="1366265" y="63500"/>
                  </a:lnTo>
                  <a:lnTo>
                    <a:pt x="184531" y="1270634"/>
                  </a:lnTo>
                  <a:lnTo>
                    <a:pt x="157860" y="1270634"/>
                  </a:lnTo>
                  <a:lnTo>
                    <a:pt x="157860" y="1355343"/>
                  </a:lnTo>
                  <a:lnTo>
                    <a:pt x="190372" y="1355343"/>
                  </a:lnTo>
                  <a:lnTo>
                    <a:pt x="211200" y="1334134"/>
                  </a:lnTo>
                  <a:lnTo>
                    <a:pt x="3854196" y="1334134"/>
                  </a:lnTo>
                  <a:lnTo>
                    <a:pt x="5035931" y="127000"/>
                  </a:lnTo>
                  <a:lnTo>
                    <a:pt x="5065522" y="127000"/>
                  </a:lnTo>
                  <a:lnTo>
                    <a:pt x="5065522" y="49402"/>
                  </a:lnTo>
                  <a:lnTo>
                    <a:pt x="5062601" y="42290"/>
                  </a:lnTo>
                  <a:lnTo>
                    <a:pt x="5138928" y="42290"/>
                  </a:lnTo>
                  <a:lnTo>
                    <a:pt x="5138928" y="0"/>
                  </a:lnTo>
                  <a:close/>
                </a:path>
                <a:path w="5220970" h="1397635">
                  <a:moveTo>
                    <a:pt x="5065522" y="49402"/>
                  </a:moveTo>
                  <a:lnTo>
                    <a:pt x="5065522" y="127000"/>
                  </a:lnTo>
                  <a:lnTo>
                    <a:pt x="3863085" y="1355343"/>
                  </a:lnTo>
                  <a:lnTo>
                    <a:pt x="3922287" y="1355343"/>
                  </a:lnTo>
                  <a:lnTo>
                    <a:pt x="5147588" y="103758"/>
                  </a:lnTo>
                  <a:lnTo>
                    <a:pt x="5088382" y="103758"/>
                  </a:lnTo>
                  <a:lnTo>
                    <a:pt x="5080381" y="84708"/>
                  </a:lnTo>
                  <a:lnTo>
                    <a:pt x="5077459" y="84708"/>
                  </a:lnTo>
                  <a:lnTo>
                    <a:pt x="5079492" y="82550"/>
                  </a:lnTo>
                  <a:lnTo>
                    <a:pt x="5097256" y="82550"/>
                  </a:lnTo>
                  <a:lnTo>
                    <a:pt x="5091937" y="69850"/>
                  </a:lnTo>
                  <a:lnTo>
                    <a:pt x="5098160" y="63500"/>
                  </a:lnTo>
                  <a:lnTo>
                    <a:pt x="5068443" y="63500"/>
                  </a:lnTo>
                  <a:lnTo>
                    <a:pt x="5070602" y="61340"/>
                  </a:lnTo>
                  <a:lnTo>
                    <a:pt x="5065522" y="49402"/>
                  </a:lnTo>
                  <a:close/>
                </a:path>
                <a:path w="5220970" h="1397635">
                  <a:moveTo>
                    <a:pt x="148970" y="1334134"/>
                  </a:moveTo>
                  <a:lnTo>
                    <a:pt x="131190" y="1334134"/>
                  </a:lnTo>
                  <a:lnTo>
                    <a:pt x="137413" y="1348993"/>
                  </a:lnTo>
                  <a:lnTo>
                    <a:pt x="149859" y="1336293"/>
                  </a:lnTo>
                  <a:lnTo>
                    <a:pt x="148970" y="1334134"/>
                  </a:lnTo>
                  <a:close/>
                </a:path>
                <a:path w="5220970" h="1397635">
                  <a:moveTo>
                    <a:pt x="157860" y="1293876"/>
                  </a:moveTo>
                  <a:lnTo>
                    <a:pt x="132079" y="1293876"/>
                  </a:lnTo>
                  <a:lnTo>
                    <a:pt x="140081" y="1312926"/>
                  </a:lnTo>
                  <a:lnTo>
                    <a:pt x="143001" y="1312926"/>
                  </a:lnTo>
                  <a:lnTo>
                    <a:pt x="140969" y="1315084"/>
                  </a:lnTo>
                  <a:lnTo>
                    <a:pt x="157860" y="1315084"/>
                  </a:lnTo>
                  <a:lnTo>
                    <a:pt x="157860" y="1293876"/>
                  </a:lnTo>
                  <a:close/>
                </a:path>
                <a:path w="5220970" h="1397635">
                  <a:moveTo>
                    <a:pt x="5208143" y="0"/>
                  </a:moveTo>
                  <a:lnTo>
                    <a:pt x="5138928" y="0"/>
                  </a:lnTo>
                  <a:lnTo>
                    <a:pt x="5138928" y="52069"/>
                  </a:lnTo>
                  <a:lnTo>
                    <a:pt x="5088382" y="103758"/>
                  </a:lnTo>
                  <a:lnTo>
                    <a:pt x="5147588" y="103758"/>
                  </a:lnTo>
                  <a:lnTo>
                    <a:pt x="5220461" y="29337"/>
                  </a:lnTo>
                  <a:lnTo>
                    <a:pt x="5208143" y="0"/>
                  </a:lnTo>
                  <a:close/>
                </a:path>
                <a:path w="5220970" h="1397635">
                  <a:moveTo>
                    <a:pt x="5097256" y="82550"/>
                  </a:moveTo>
                  <a:lnTo>
                    <a:pt x="5079492" y="82550"/>
                  </a:lnTo>
                  <a:lnTo>
                    <a:pt x="5080381" y="84708"/>
                  </a:lnTo>
                  <a:lnTo>
                    <a:pt x="5098160" y="84708"/>
                  </a:lnTo>
                  <a:lnTo>
                    <a:pt x="5097256" y="82550"/>
                  </a:lnTo>
                  <a:close/>
                </a:path>
                <a:path w="5220970" h="1397635">
                  <a:moveTo>
                    <a:pt x="5083048" y="48640"/>
                  </a:moveTo>
                  <a:lnTo>
                    <a:pt x="5070602" y="61340"/>
                  </a:lnTo>
                  <a:lnTo>
                    <a:pt x="5071491" y="63500"/>
                  </a:lnTo>
                  <a:lnTo>
                    <a:pt x="5089271" y="63500"/>
                  </a:lnTo>
                  <a:lnTo>
                    <a:pt x="5083048" y="48640"/>
                  </a:lnTo>
                  <a:close/>
                </a:path>
                <a:path w="5220970" h="1397635">
                  <a:moveTo>
                    <a:pt x="5138928" y="42290"/>
                  </a:moveTo>
                  <a:lnTo>
                    <a:pt x="5134864" y="42290"/>
                  </a:lnTo>
                  <a:lnTo>
                    <a:pt x="5138928" y="52069"/>
                  </a:lnTo>
                  <a:lnTo>
                    <a:pt x="5138928" y="4229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39058" y="3174987"/>
              <a:ext cx="360413" cy="45797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28771" y="3153536"/>
              <a:ext cx="356235" cy="45212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39058" y="4168647"/>
              <a:ext cx="360413" cy="45491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28771" y="4144771"/>
              <a:ext cx="356235" cy="45211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62658" y="6323583"/>
              <a:ext cx="3728466" cy="860298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39058" y="7161783"/>
              <a:ext cx="360413" cy="454913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28771" y="7138161"/>
              <a:ext cx="356235" cy="45212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39058" y="5890767"/>
              <a:ext cx="360413" cy="454913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28771" y="5867526"/>
              <a:ext cx="356235" cy="452120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3515359" y="2475356"/>
            <a:ext cx="56769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-10">
                <a:latin typeface="Calibri"/>
                <a:cs typeface="Calibri"/>
              </a:rPr>
              <a:t>Start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399157" y="4941823"/>
            <a:ext cx="2784475" cy="6515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423545">
              <a:lnSpc>
                <a:spcPts val="2500"/>
              </a:lnSpc>
              <a:spcBef>
                <a:spcPts val="90"/>
              </a:spcBef>
            </a:pPr>
            <a:r>
              <a:rPr dirty="0" sz="2000">
                <a:latin typeface="Calibri"/>
                <a:cs typeface="Calibri"/>
              </a:rPr>
              <a:t>Find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employee information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want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573271" y="7752968"/>
            <a:ext cx="450215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-25">
                <a:latin typeface="Calibri"/>
                <a:cs typeface="Calibri"/>
              </a:rPr>
              <a:t>End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971801" y="6320535"/>
            <a:ext cx="3686175" cy="818515"/>
          </a:xfrm>
          <a:prstGeom prst="rect">
            <a:avLst/>
          </a:prstGeom>
          <a:solidFill>
            <a:srgbClr val="4470C4"/>
          </a:solidFill>
          <a:ln w="38100">
            <a:solidFill>
              <a:srgbClr val="F0F0F0"/>
            </a:solidFill>
          </a:ln>
        </p:spPr>
        <p:txBody>
          <a:bodyPr wrap="square" lIns="0" tIns="52069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409"/>
              </a:spcBef>
            </a:pPr>
            <a:r>
              <a:rPr dirty="0" sz="2200">
                <a:latin typeface="Calibri"/>
                <a:cs typeface="Calibri"/>
              </a:rPr>
              <a:t>Print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employee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details</a:t>
            </a:r>
            <a:endParaRPr sz="2200">
              <a:latin typeface="Calibri"/>
              <a:cs typeface="Calibri"/>
            </a:endParaRPr>
          </a:p>
          <a:p>
            <a:pPr algn="ctr" marL="17145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want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176017" y="3607815"/>
            <a:ext cx="3234055" cy="539115"/>
          </a:xfrm>
          <a:prstGeom prst="rect">
            <a:avLst/>
          </a:prstGeom>
          <a:solidFill>
            <a:srgbClr val="4470C4"/>
          </a:solidFill>
          <a:ln w="38100">
            <a:solidFill>
              <a:srgbClr val="F0F0F0"/>
            </a:solidFill>
          </a:ln>
        </p:spPr>
        <p:txBody>
          <a:bodyPr wrap="square" lIns="0" tIns="57785" rIns="0" bIns="0" rtlCol="0" vert="horz">
            <a:spAutoFit/>
          </a:bodyPr>
          <a:lstStyle/>
          <a:p>
            <a:pPr marL="351155">
              <a:lnSpc>
                <a:spcPct val="100000"/>
              </a:lnSpc>
              <a:spcBef>
                <a:spcPts val="455"/>
              </a:spcBef>
            </a:pPr>
            <a:r>
              <a:rPr dirty="0" sz="2200">
                <a:latin typeface="Calibri"/>
                <a:cs typeface="Calibri"/>
              </a:rPr>
              <a:t>Enter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employee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Detail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736215" y="4999736"/>
            <a:ext cx="1830070" cy="1764030"/>
            <a:chOff x="2736215" y="4999736"/>
            <a:chExt cx="1830070" cy="1764030"/>
          </a:xfrm>
        </p:grpSpPr>
        <p:sp>
          <p:nvSpPr>
            <p:cNvPr id="3" name="object 3" descr=""/>
            <p:cNvSpPr/>
            <p:nvPr/>
          </p:nvSpPr>
          <p:spPr>
            <a:xfrm>
              <a:off x="2742565" y="5006085"/>
              <a:ext cx="1817370" cy="1751330"/>
            </a:xfrm>
            <a:custGeom>
              <a:avLst/>
              <a:gdLst/>
              <a:ahLst/>
              <a:cxnLst/>
              <a:rect l="l" t="t" r="r" b="b"/>
              <a:pathLst>
                <a:path w="1817370" h="1751329">
                  <a:moveTo>
                    <a:pt x="908685" y="0"/>
                  </a:moveTo>
                  <a:lnTo>
                    <a:pt x="860425" y="1270"/>
                  </a:lnTo>
                  <a:lnTo>
                    <a:pt x="812800" y="4825"/>
                  </a:lnTo>
                  <a:lnTo>
                    <a:pt x="765937" y="10795"/>
                  </a:lnTo>
                  <a:lnTo>
                    <a:pt x="719836" y="18923"/>
                  </a:lnTo>
                  <a:lnTo>
                    <a:pt x="674497" y="29337"/>
                  </a:lnTo>
                  <a:lnTo>
                    <a:pt x="630174" y="41910"/>
                  </a:lnTo>
                  <a:lnTo>
                    <a:pt x="586867" y="56514"/>
                  </a:lnTo>
                  <a:lnTo>
                    <a:pt x="544449" y="73151"/>
                  </a:lnTo>
                  <a:lnTo>
                    <a:pt x="503174" y="91821"/>
                  </a:lnTo>
                  <a:lnTo>
                    <a:pt x="463169" y="112395"/>
                  </a:lnTo>
                  <a:lnTo>
                    <a:pt x="424307" y="134747"/>
                  </a:lnTo>
                  <a:lnTo>
                    <a:pt x="386715" y="158876"/>
                  </a:lnTo>
                  <a:lnTo>
                    <a:pt x="350393" y="184785"/>
                  </a:lnTo>
                  <a:lnTo>
                    <a:pt x="315595" y="212217"/>
                  </a:lnTo>
                  <a:lnTo>
                    <a:pt x="282194" y="241426"/>
                  </a:lnTo>
                  <a:lnTo>
                    <a:pt x="250444" y="272034"/>
                  </a:lnTo>
                  <a:lnTo>
                    <a:pt x="220218" y="304164"/>
                  </a:lnTo>
                  <a:lnTo>
                    <a:pt x="191643" y="337820"/>
                  </a:lnTo>
                  <a:lnTo>
                    <a:pt x="164719" y="372745"/>
                  </a:lnTo>
                  <a:lnTo>
                    <a:pt x="139700" y="408939"/>
                  </a:lnTo>
                  <a:lnTo>
                    <a:pt x="116586" y="446405"/>
                  </a:lnTo>
                  <a:lnTo>
                    <a:pt x="95250" y="485013"/>
                  </a:lnTo>
                  <a:lnTo>
                    <a:pt x="75946" y="524763"/>
                  </a:lnTo>
                  <a:lnTo>
                    <a:pt x="58674" y="565531"/>
                  </a:lnTo>
                  <a:lnTo>
                    <a:pt x="43434" y="607313"/>
                  </a:lnTo>
                  <a:lnTo>
                    <a:pt x="30480" y="650113"/>
                  </a:lnTo>
                  <a:lnTo>
                    <a:pt x="19685" y="693674"/>
                  </a:lnTo>
                  <a:lnTo>
                    <a:pt x="11176" y="738124"/>
                  </a:lnTo>
                  <a:lnTo>
                    <a:pt x="4953" y="783336"/>
                  </a:lnTo>
                  <a:lnTo>
                    <a:pt x="1270" y="829183"/>
                  </a:lnTo>
                  <a:lnTo>
                    <a:pt x="0" y="875664"/>
                  </a:lnTo>
                  <a:lnTo>
                    <a:pt x="1270" y="922274"/>
                  </a:lnTo>
                  <a:lnTo>
                    <a:pt x="4953" y="968121"/>
                  </a:lnTo>
                  <a:lnTo>
                    <a:pt x="11176" y="1013333"/>
                  </a:lnTo>
                  <a:lnTo>
                    <a:pt x="19685" y="1057656"/>
                  </a:lnTo>
                  <a:lnTo>
                    <a:pt x="30480" y="1101344"/>
                  </a:lnTo>
                  <a:lnTo>
                    <a:pt x="43434" y="1144015"/>
                  </a:lnTo>
                  <a:lnTo>
                    <a:pt x="58674" y="1185799"/>
                  </a:lnTo>
                  <a:lnTo>
                    <a:pt x="75946" y="1226693"/>
                  </a:lnTo>
                  <a:lnTo>
                    <a:pt x="95250" y="1266444"/>
                  </a:lnTo>
                  <a:lnTo>
                    <a:pt x="116586" y="1305052"/>
                  </a:lnTo>
                  <a:lnTo>
                    <a:pt x="139700" y="1342517"/>
                  </a:lnTo>
                  <a:lnTo>
                    <a:pt x="164719" y="1378712"/>
                  </a:lnTo>
                  <a:lnTo>
                    <a:pt x="191643" y="1413637"/>
                  </a:lnTo>
                  <a:lnTo>
                    <a:pt x="220218" y="1447292"/>
                  </a:lnTo>
                  <a:lnTo>
                    <a:pt x="250444" y="1479423"/>
                  </a:lnTo>
                  <a:lnTo>
                    <a:pt x="282194" y="1510030"/>
                  </a:lnTo>
                  <a:lnTo>
                    <a:pt x="315595" y="1539113"/>
                  </a:lnTo>
                  <a:lnTo>
                    <a:pt x="350393" y="1566672"/>
                  </a:lnTo>
                  <a:lnTo>
                    <a:pt x="386715" y="1592580"/>
                  </a:lnTo>
                  <a:lnTo>
                    <a:pt x="424307" y="1616710"/>
                  </a:lnTo>
                  <a:lnTo>
                    <a:pt x="463169" y="1639062"/>
                  </a:lnTo>
                  <a:lnTo>
                    <a:pt x="503174" y="1659636"/>
                  </a:lnTo>
                  <a:lnTo>
                    <a:pt x="544449" y="1678177"/>
                  </a:lnTo>
                  <a:lnTo>
                    <a:pt x="586867" y="1694814"/>
                  </a:lnTo>
                  <a:lnTo>
                    <a:pt x="630174" y="1709547"/>
                  </a:lnTo>
                  <a:lnTo>
                    <a:pt x="674497" y="1721993"/>
                  </a:lnTo>
                  <a:lnTo>
                    <a:pt x="719836" y="1732407"/>
                  </a:lnTo>
                  <a:lnTo>
                    <a:pt x="765937" y="1740662"/>
                  </a:lnTo>
                  <a:lnTo>
                    <a:pt x="812800" y="1746503"/>
                  </a:lnTo>
                  <a:lnTo>
                    <a:pt x="860425" y="1750187"/>
                  </a:lnTo>
                  <a:lnTo>
                    <a:pt x="908685" y="1751330"/>
                  </a:lnTo>
                  <a:lnTo>
                    <a:pt x="956945" y="1750187"/>
                  </a:lnTo>
                  <a:lnTo>
                    <a:pt x="1004570" y="1746503"/>
                  </a:lnTo>
                  <a:lnTo>
                    <a:pt x="1051433" y="1740662"/>
                  </a:lnTo>
                  <a:lnTo>
                    <a:pt x="1097534" y="1732407"/>
                  </a:lnTo>
                  <a:lnTo>
                    <a:pt x="1142746" y="1721993"/>
                  </a:lnTo>
                  <a:lnTo>
                    <a:pt x="1187196" y="1709547"/>
                  </a:lnTo>
                  <a:lnTo>
                    <a:pt x="1230502" y="1694814"/>
                  </a:lnTo>
                  <a:lnTo>
                    <a:pt x="1272921" y="1678177"/>
                  </a:lnTo>
                  <a:lnTo>
                    <a:pt x="1314196" y="1659636"/>
                  </a:lnTo>
                  <a:lnTo>
                    <a:pt x="1354201" y="1639062"/>
                  </a:lnTo>
                  <a:lnTo>
                    <a:pt x="1393063" y="1616710"/>
                  </a:lnTo>
                  <a:lnTo>
                    <a:pt x="1430655" y="1592580"/>
                  </a:lnTo>
                  <a:lnTo>
                    <a:pt x="1466977" y="1566672"/>
                  </a:lnTo>
                  <a:lnTo>
                    <a:pt x="1501775" y="1539113"/>
                  </a:lnTo>
                  <a:lnTo>
                    <a:pt x="1535176" y="1510030"/>
                  </a:lnTo>
                  <a:lnTo>
                    <a:pt x="1566926" y="1479423"/>
                  </a:lnTo>
                  <a:lnTo>
                    <a:pt x="1597152" y="1447292"/>
                  </a:lnTo>
                  <a:lnTo>
                    <a:pt x="1625727" y="1413637"/>
                  </a:lnTo>
                  <a:lnTo>
                    <a:pt x="1652524" y="1378712"/>
                  </a:lnTo>
                  <a:lnTo>
                    <a:pt x="1677670" y="1342517"/>
                  </a:lnTo>
                  <a:lnTo>
                    <a:pt x="1700784" y="1305052"/>
                  </a:lnTo>
                  <a:lnTo>
                    <a:pt x="1722120" y="1266444"/>
                  </a:lnTo>
                  <a:lnTo>
                    <a:pt x="1741424" y="1226693"/>
                  </a:lnTo>
                  <a:lnTo>
                    <a:pt x="1758696" y="1185799"/>
                  </a:lnTo>
                  <a:lnTo>
                    <a:pt x="1773936" y="1144015"/>
                  </a:lnTo>
                  <a:lnTo>
                    <a:pt x="1786889" y="1101344"/>
                  </a:lnTo>
                  <a:lnTo>
                    <a:pt x="1797685" y="1057656"/>
                  </a:lnTo>
                  <a:lnTo>
                    <a:pt x="1806194" y="1013333"/>
                  </a:lnTo>
                  <a:lnTo>
                    <a:pt x="1812417" y="968121"/>
                  </a:lnTo>
                  <a:lnTo>
                    <a:pt x="1816100" y="922274"/>
                  </a:lnTo>
                  <a:lnTo>
                    <a:pt x="1817370" y="875664"/>
                  </a:lnTo>
                  <a:lnTo>
                    <a:pt x="1816100" y="829183"/>
                  </a:lnTo>
                  <a:lnTo>
                    <a:pt x="1812417" y="783336"/>
                  </a:lnTo>
                  <a:lnTo>
                    <a:pt x="1806194" y="738124"/>
                  </a:lnTo>
                  <a:lnTo>
                    <a:pt x="1797685" y="693674"/>
                  </a:lnTo>
                  <a:lnTo>
                    <a:pt x="1786889" y="650113"/>
                  </a:lnTo>
                  <a:lnTo>
                    <a:pt x="1773936" y="607313"/>
                  </a:lnTo>
                  <a:lnTo>
                    <a:pt x="1758696" y="565531"/>
                  </a:lnTo>
                  <a:lnTo>
                    <a:pt x="1741424" y="524763"/>
                  </a:lnTo>
                  <a:lnTo>
                    <a:pt x="1722120" y="485013"/>
                  </a:lnTo>
                  <a:lnTo>
                    <a:pt x="1700784" y="446405"/>
                  </a:lnTo>
                  <a:lnTo>
                    <a:pt x="1677670" y="408939"/>
                  </a:lnTo>
                  <a:lnTo>
                    <a:pt x="1652524" y="372745"/>
                  </a:lnTo>
                  <a:lnTo>
                    <a:pt x="1625727" y="337820"/>
                  </a:lnTo>
                  <a:lnTo>
                    <a:pt x="1597152" y="304164"/>
                  </a:lnTo>
                  <a:lnTo>
                    <a:pt x="1566926" y="272034"/>
                  </a:lnTo>
                  <a:lnTo>
                    <a:pt x="1535176" y="241426"/>
                  </a:lnTo>
                  <a:lnTo>
                    <a:pt x="1501775" y="212217"/>
                  </a:lnTo>
                  <a:lnTo>
                    <a:pt x="1466977" y="184785"/>
                  </a:lnTo>
                  <a:lnTo>
                    <a:pt x="1430655" y="158876"/>
                  </a:lnTo>
                  <a:lnTo>
                    <a:pt x="1393063" y="134747"/>
                  </a:lnTo>
                  <a:lnTo>
                    <a:pt x="1354201" y="112395"/>
                  </a:lnTo>
                  <a:lnTo>
                    <a:pt x="1314196" y="91821"/>
                  </a:lnTo>
                  <a:lnTo>
                    <a:pt x="1272921" y="73151"/>
                  </a:lnTo>
                  <a:lnTo>
                    <a:pt x="1230502" y="56514"/>
                  </a:lnTo>
                  <a:lnTo>
                    <a:pt x="1187196" y="41910"/>
                  </a:lnTo>
                  <a:lnTo>
                    <a:pt x="1142746" y="29337"/>
                  </a:lnTo>
                  <a:lnTo>
                    <a:pt x="1097534" y="18923"/>
                  </a:lnTo>
                  <a:lnTo>
                    <a:pt x="1051433" y="10795"/>
                  </a:lnTo>
                  <a:lnTo>
                    <a:pt x="1004570" y="4825"/>
                  </a:lnTo>
                  <a:lnTo>
                    <a:pt x="956945" y="1270"/>
                  </a:lnTo>
                  <a:lnTo>
                    <a:pt x="908685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742565" y="5006085"/>
              <a:ext cx="1817370" cy="1751330"/>
            </a:xfrm>
            <a:custGeom>
              <a:avLst/>
              <a:gdLst/>
              <a:ahLst/>
              <a:cxnLst/>
              <a:rect l="l" t="t" r="r" b="b"/>
              <a:pathLst>
                <a:path w="1817370" h="1751329">
                  <a:moveTo>
                    <a:pt x="0" y="875664"/>
                  </a:moveTo>
                  <a:lnTo>
                    <a:pt x="1270" y="829183"/>
                  </a:lnTo>
                  <a:lnTo>
                    <a:pt x="4953" y="783336"/>
                  </a:lnTo>
                  <a:lnTo>
                    <a:pt x="11176" y="738124"/>
                  </a:lnTo>
                  <a:lnTo>
                    <a:pt x="19685" y="693674"/>
                  </a:lnTo>
                  <a:lnTo>
                    <a:pt x="30480" y="650113"/>
                  </a:lnTo>
                  <a:lnTo>
                    <a:pt x="43434" y="607313"/>
                  </a:lnTo>
                  <a:lnTo>
                    <a:pt x="58674" y="565531"/>
                  </a:lnTo>
                  <a:lnTo>
                    <a:pt x="75946" y="524763"/>
                  </a:lnTo>
                  <a:lnTo>
                    <a:pt x="95250" y="485013"/>
                  </a:lnTo>
                  <a:lnTo>
                    <a:pt x="116586" y="446405"/>
                  </a:lnTo>
                  <a:lnTo>
                    <a:pt x="139700" y="408939"/>
                  </a:lnTo>
                  <a:lnTo>
                    <a:pt x="164719" y="372745"/>
                  </a:lnTo>
                  <a:lnTo>
                    <a:pt x="191643" y="337820"/>
                  </a:lnTo>
                  <a:lnTo>
                    <a:pt x="220218" y="304164"/>
                  </a:lnTo>
                  <a:lnTo>
                    <a:pt x="250444" y="272034"/>
                  </a:lnTo>
                  <a:lnTo>
                    <a:pt x="282194" y="241426"/>
                  </a:lnTo>
                  <a:lnTo>
                    <a:pt x="315595" y="212217"/>
                  </a:lnTo>
                  <a:lnTo>
                    <a:pt x="350393" y="184785"/>
                  </a:lnTo>
                  <a:lnTo>
                    <a:pt x="386715" y="158876"/>
                  </a:lnTo>
                  <a:lnTo>
                    <a:pt x="424307" y="134747"/>
                  </a:lnTo>
                  <a:lnTo>
                    <a:pt x="463169" y="112395"/>
                  </a:lnTo>
                  <a:lnTo>
                    <a:pt x="503174" y="91821"/>
                  </a:lnTo>
                  <a:lnTo>
                    <a:pt x="544449" y="73151"/>
                  </a:lnTo>
                  <a:lnTo>
                    <a:pt x="586867" y="56514"/>
                  </a:lnTo>
                  <a:lnTo>
                    <a:pt x="630174" y="41910"/>
                  </a:lnTo>
                  <a:lnTo>
                    <a:pt x="674497" y="29337"/>
                  </a:lnTo>
                  <a:lnTo>
                    <a:pt x="719836" y="18923"/>
                  </a:lnTo>
                  <a:lnTo>
                    <a:pt x="765937" y="10795"/>
                  </a:lnTo>
                  <a:lnTo>
                    <a:pt x="812800" y="4825"/>
                  </a:lnTo>
                  <a:lnTo>
                    <a:pt x="860425" y="1270"/>
                  </a:lnTo>
                  <a:lnTo>
                    <a:pt x="908685" y="0"/>
                  </a:lnTo>
                  <a:lnTo>
                    <a:pt x="956945" y="1270"/>
                  </a:lnTo>
                  <a:lnTo>
                    <a:pt x="1004570" y="4825"/>
                  </a:lnTo>
                  <a:lnTo>
                    <a:pt x="1051433" y="10795"/>
                  </a:lnTo>
                  <a:lnTo>
                    <a:pt x="1097534" y="18923"/>
                  </a:lnTo>
                  <a:lnTo>
                    <a:pt x="1142746" y="29337"/>
                  </a:lnTo>
                  <a:lnTo>
                    <a:pt x="1187196" y="41910"/>
                  </a:lnTo>
                  <a:lnTo>
                    <a:pt x="1230502" y="56514"/>
                  </a:lnTo>
                  <a:lnTo>
                    <a:pt x="1272921" y="73151"/>
                  </a:lnTo>
                  <a:lnTo>
                    <a:pt x="1314196" y="91821"/>
                  </a:lnTo>
                  <a:lnTo>
                    <a:pt x="1354201" y="112395"/>
                  </a:lnTo>
                  <a:lnTo>
                    <a:pt x="1393063" y="134747"/>
                  </a:lnTo>
                  <a:lnTo>
                    <a:pt x="1430655" y="158876"/>
                  </a:lnTo>
                  <a:lnTo>
                    <a:pt x="1466977" y="184785"/>
                  </a:lnTo>
                  <a:lnTo>
                    <a:pt x="1501775" y="212217"/>
                  </a:lnTo>
                  <a:lnTo>
                    <a:pt x="1535176" y="241426"/>
                  </a:lnTo>
                  <a:lnTo>
                    <a:pt x="1566926" y="272034"/>
                  </a:lnTo>
                  <a:lnTo>
                    <a:pt x="1597152" y="304164"/>
                  </a:lnTo>
                  <a:lnTo>
                    <a:pt x="1625727" y="337820"/>
                  </a:lnTo>
                  <a:lnTo>
                    <a:pt x="1652524" y="372745"/>
                  </a:lnTo>
                  <a:lnTo>
                    <a:pt x="1677670" y="408939"/>
                  </a:lnTo>
                  <a:lnTo>
                    <a:pt x="1700784" y="446405"/>
                  </a:lnTo>
                  <a:lnTo>
                    <a:pt x="1722120" y="485013"/>
                  </a:lnTo>
                  <a:lnTo>
                    <a:pt x="1741424" y="524763"/>
                  </a:lnTo>
                  <a:lnTo>
                    <a:pt x="1758696" y="565531"/>
                  </a:lnTo>
                  <a:lnTo>
                    <a:pt x="1773936" y="607313"/>
                  </a:lnTo>
                  <a:lnTo>
                    <a:pt x="1786889" y="650113"/>
                  </a:lnTo>
                  <a:lnTo>
                    <a:pt x="1797685" y="693674"/>
                  </a:lnTo>
                  <a:lnTo>
                    <a:pt x="1806194" y="738124"/>
                  </a:lnTo>
                  <a:lnTo>
                    <a:pt x="1812417" y="783336"/>
                  </a:lnTo>
                  <a:lnTo>
                    <a:pt x="1816100" y="829183"/>
                  </a:lnTo>
                  <a:lnTo>
                    <a:pt x="1817370" y="875664"/>
                  </a:lnTo>
                  <a:lnTo>
                    <a:pt x="1816100" y="922274"/>
                  </a:lnTo>
                  <a:lnTo>
                    <a:pt x="1812417" y="968121"/>
                  </a:lnTo>
                  <a:lnTo>
                    <a:pt x="1806194" y="1013333"/>
                  </a:lnTo>
                  <a:lnTo>
                    <a:pt x="1797685" y="1057656"/>
                  </a:lnTo>
                  <a:lnTo>
                    <a:pt x="1786889" y="1101344"/>
                  </a:lnTo>
                  <a:lnTo>
                    <a:pt x="1773936" y="1144015"/>
                  </a:lnTo>
                  <a:lnTo>
                    <a:pt x="1758696" y="1185799"/>
                  </a:lnTo>
                  <a:lnTo>
                    <a:pt x="1741424" y="1226693"/>
                  </a:lnTo>
                  <a:lnTo>
                    <a:pt x="1722120" y="1266444"/>
                  </a:lnTo>
                  <a:lnTo>
                    <a:pt x="1700784" y="1305052"/>
                  </a:lnTo>
                  <a:lnTo>
                    <a:pt x="1677670" y="1342517"/>
                  </a:lnTo>
                  <a:lnTo>
                    <a:pt x="1652524" y="1378712"/>
                  </a:lnTo>
                  <a:lnTo>
                    <a:pt x="1625727" y="1413637"/>
                  </a:lnTo>
                  <a:lnTo>
                    <a:pt x="1597152" y="1447292"/>
                  </a:lnTo>
                  <a:lnTo>
                    <a:pt x="1566926" y="1479423"/>
                  </a:lnTo>
                  <a:lnTo>
                    <a:pt x="1535176" y="1510030"/>
                  </a:lnTo>
                  <a:lnTo>
                    <a:pt x="1501775" y="1539113"/>
                  </a:lnTo>
                  <a:lnTo>
                    <a:pt x="1466977" y="1566672"/>
                  </a:lnTo>
                  <a:lnTo>
                    <a:pt x="1430655" y="1592580"/>
                  </a:lnTo>
                  <a:lnTo>
                    <a:pt x="1393063" y="1616710"/>
                  </a:lnTo>
                  <a:lnTo>
                    <a:pt x="1354201" y="1639062"/>
                  </a:lnTo>
                  <a:lnTo>
                    <a:pt x="1314196" y="1659636"/>
                  </a:lnTo>
                  <a:lnTo>
                    <a:pt x="1272921" y="1678177"/>
                  </a:lnTo>
                  <a:lnTo>
                    <a:pt x="1230502" y="1694814"/>
                  </a:lnTo>
                  <a:lnTo>
                    <a:pt x="1187196" y="1709547"/>
                  </a:lnTo>
                  <a:lnTo>
                    <a:pt x="1142746" y="1721993"/>
                  </a:lnTo>
                  <a:lnTo>
                    <a:pt x="1097534" y="1732407"/>
                  </a:lnTo>
                  <a:lnTo>
                    <a:pt x="1051433" y="1740662"/>
                  </a:lnTo>
                  <a:lnTo>
                    <a:pt x="1004570" y="1746503"/>
                  </a:lnTo>
                  <a:lnTo>
                    <a:pt x="956945" y="1750187"/>
                  </a:lnTo>
                  <a:lnTo>
                    <a:pt x="908685" y="1751330"/>
                  </a:lnTo>
                  <a:lnTo>
                    <a:pt x="860425" y="1750187"/>
                  </a:lnTo>
                  <a:lnTo>
                    <a:pt x="812800" y="1746503"/>
                  </a:lnTo>
                  <a:lnTo>
                    <a:pt x="765937" y="1740662"/>
                  </a:lnTo>
                  <a:lnTo>
                    <a:pt x="719836" y="1732407"/>
                  </a:lnTo>
                  <a:lnTo>
                    <a:pt x="674497" y="1721993"/>
                  </a:lnTo>
                  <a:lnTo>
                    <a:pt x="630174" y="1709547"/>
                  </a:lnTo>
                  <a:lnTo>
                    <a:pt x="586867" y="1694814"/>
                  </a:lnTo>
                  <a:lnTo>
                    <a:pt x="544449" y="1678177"/>
                  </a:lnTo>
                  <a:lnTo>
                    <a:pt x="503174" y="1659636"/>
                  </a:lnTo>
                  <a:lnTo>
                    <a:pt x="463169" y="1639062"/>
                  </a:lnTo>
                  <a:lnTo>
                    <a:pt x="424307" y="1616710"/>
                  </a:lnTo>
                  <a:lnTo>
                    <a:pt x="386715" y="1592580"/>
                  </a:lnTo>
                  <a:lnTo>
                    <a:pt x="350393" y="1566672"/>
                  </a:lnTo>
                  <a:lnTo>
                    <a:pt x="315595" y="1539113"/>
                  </a:lnTo>
                  <a:lnTo>
                    <a:pt x="282194" y="1510030"/>
                  </a:lnTo>
                  <a:lnTo>
                    <a:pt x="250444" y="1479423"/>
                  </a:lnTo>
                  <a:lnTo>
                    <a:pt x="220218" y="1447292"/>
                  </a:lnTo>
                  <a:lnTo>
                    <a:pt x="191643" y="1413637"/>
                  </a:lnTo>
                  <a:lnTo>
                    <a:pt x="164719" y="1378712"/>
                  </a:lnTo>
                  <a:lnTo>
                    <a:pt x="139700" y="1342517"/>
                  </a:lnTo>
                  <a:lnTo>
                    <a:pt x="116586" y="1305052"/>
                  </a:lnTo>
                  <a:lnTo>
                    <a:pt x="95250" y="1266444"/>
                  </a:lnTo>
                  <a:lnTo>
                    <a:pt x="75946" y="1226693"/>
                  </a:lnTo>
                  <a:lnTo>
                    <a:pt x="58674" y="1185799"/>
                  </a:lnTo>
                  <a:lnTo>
                    <a:pt x="43434" y="1144015"/>
                  </a:lnTo>
                  <a:lnTo>
                    <a:pt x="30480" y="1101344"/>
                  </a:lnTo>
                  <a:lnTo>
                    <a:pt x="19685" y="1057656"/>
                  </a:lnTo>
                  <a:lnTo>
                    <a:pt x="11176" y="1013333"/>
                  </a:lnTo>
                  <a:lnTo>
                    <a:pt x="4953" y="968121"/>
                  </a:lnTo>
                  <a:lnTo>
                    <a:pt x="1270" y="922274"/>
                  </a:lnTo>
                  <a:lnTo>
                    <a:pt x="0" y="875664"/>
                  </a:lnTo>
                  <a:close/>
                </a:path>
              </a:pathLst>
            </a:custGeom>
            <a:ln w="12698">
              <a:solidFill>
                <a:srgbClr val="622F0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4935" y="2759582"/>
            <a:ext cx="2070735" cy="892175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490855" y="6588378"/>
            <a:ext cx="2077085" cy="898525"/>
            <a:chOff x="490855" y="6588378"/>
            <a:chExt cx="2077085" cy="898525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030" y="6591553"/>
              <a:ext cx="2070735" cy="89217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494030" y="6591553"/>
              <a:ext cx="2070735" cy="892175"/>
            </a:xfrm>
            <a:custGeom>
              <a:avLst/>
              <a:gdLst/>
              <a:ahLst/>
              <a:cxnLst/>
              <a:rect l="l" t="t" r="r" b="b"/>
              <a:pathLst>
                <a:path w="2070735" h="892175">
                  <a:moveTo>
                    <a:pt x="0" y="892174"/>
                  </a:moveTo>
                  <a:lnTo>
                    <a:pt x="2070735" y="892174"/>
                  </a:lnTo>
                  <a:lnTo>
                    <a:pt x="2070735" y="0"/>
                  </a:lnTo>
                  <a:lnTo>
                    <a:pt x="0" y="0"/>
                  </a:lnTo>
                  <a:lnTo>
                    <a:pt x="0" y="892174"/>
                  </a:lnTo>
                  <a:close/>
                </a:path>
              </a:pathLst>
            </a:custGeom>
            <a:ln w="6350">
              <a:solidFill>
                <a:srgbClr val="6E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491490" y="4219320"/>
            <a:ext cx="2077085" cy="898525"/>
            <a:chOff x="491490" y="4219320"/>
            <a:chExt cx="2077085" cy="898525"/>
          </a:xfrm>
        </p:grpSpPr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4665" y="4222495"/>
              <a:ext cx="2070735" cy="892175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494665" y="4222495"/>
              <a:ext cx="2070735" cy="892175"/>
            </a:xfrm>
            <a:custGeom>
              <a:avLst/>
              <a:gdLst/>
              <a:ahLst/>
              <a:cxnLst/>
              <a:rect l="l" t="t" r="r" b="b"/>
              <a:pathLst>
                <a:path w="2070735" h="892175">
                  <a:moveTo>
                    <a:pt x="0" y="892175"/>
                  </a:moveTo>
                  <a:lnTo>
                    <a:pt x="2070735" y="892175"/>
                  </a:lnTo>
                  <a:lnTo>
                    <a:pt x="2070735" y="0"/>
                  </a:lnTo>
                  <a:lnTo>
                    <a:pt x="0" y="0"/>
                  </a:lnTo>
                  <a:lnTo>
                    <a:pt x="0" y="892175"/>
                  </a:lnTo>
                  <a:close/>
                </a:path>
              </a:pathLst>
            </a:custGeom>
            <a:ln w="6350">
              <a:solidFill>
                <a:srgbClr val="6EAC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11395" y="6503923"/>
            <a:ext cx="2070735" cy="89217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11395" y="4222495"/>
            <a:ext cx="2070735" cy="89217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2395" y="8045577"/>
            <a:ext cx="2070734" cy="892175"/>
          </a:xfrm>
          <a:prstGeom prst="rect">
            <a:avLst/>
          </a:prstGeom>
        </p:spPr>
      </p:pic>
      <p:sp>
        <p:nvSpPr>
          <p:cNvPr id="15" name="object 15" descr=""/>
          <p:cNvSpPr/>
          <p:nvPr/>
        </p:nvSpPr>
        <p:spPr>
          <a:xfrm>
            <a:off x="2560954" y="6505828"/>
            <a:ext cx="457200" cy="627380"/>
          </a:xfrm>
          <a:custGeom>
            <a:avLst/>
            <a:gdLst/>
            <a:ahLst/>
            <a:cxnLst/>
            <a:rect l="l" t="t" r="r" b="b"/>
            <a:pathLst>
              <a:path w="457200" h="627379">
                <a:moveTo>
                  <a:pt x="457200" y="0"/>
                </a:moveTo>
                <a:lnTo>
                  <a:pt x="381507" y="39115"/>
                </a:lnTo>
                <a:lnTo>
                  <a:pt x="407162" y="57912"/>
                </a:lnTo>
                <a:lnTo>
                  <a:pt x="39750" y="562101"/>
                </a:lnTo>
                <a:lnTo>
                  <a:pt x="14096" y="543305"/>
                </a:lnTo>
                <a:lnTo>
                  <a:pt x="0" y="627379"/>
                </a:lnTo>
                <a:lnTo>
                  <a:pt x="75692" y="588263"/>
                </a:lnTo>
                <a:lnTo>
                  <a:pt x="50037" y="569594"/>
                </a:lnTo>
                <a:lnTo>
                  <a:pt x="417449" y="65277"/>
                </a:lnTo>
                <a:lnTo>
                  <a:pt x="443102" y="83946"/>
                </a:lnTo>
                <a:lnTo>
                  <a:pt x="457200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2566670" y="4614290"/>
            <a:ext cx="553085" cy="556260"/>
          </a:xfrm>
          <a:custGeom>
            <a:avLst/>
            <a:gdLst/>
            <a:ahLst/>
            <a:cxnLst/>
            <a:rect l="l" t="t" r="r" b="b"/>
            <a:pathLst>
              <a:path w="553085" h="556260">
                <a:moveTo>
                  <a:pt x="0" y="0"/>
                </a:moveTo>
                <a:lnTo>
                  <a:pt x="26669" y="80898"/>
                </a:lnTo>
                <a:lnTo>
                  <a:pt x="51435" y="56260"/>
                </a:lnTo>
                <a:lnTo>
                  <a:pt x="497078" y="504443"/>
                </a:lnTo>
                <a:lnTo>
                  <a:pt x="472313" y="529081"/>
                </a:lnTo>
                <a:lnTo>
                  <a:pt x="553085" y="556259"/>
                </a:lnTo>
                <a:lnTo>
                  <a:pt x="526415" y="475360"/>
                </a:lnTo>
                <a:lnTo>
                  <a:pt x="501523" y="500125"/>
                </a:lnTo>
                <a:lnTo>
                  <a:pt x="56006" y="51815"/>
                </a:lnTo>
                <a:lnTo>
                  <a:pt x="80772" y="27177"/>
                </a:lnTo>
                <a:lnTo>
                  <a:pt x="0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3629025" y="6758558"/>
            <a:ext cx="76200" cy="1289050"/>
          </a:xfrm>
          <a:custGeom>
            <a:avLst/>
            <a:gdLst/>
            <a:ahLst/>
            <a:cxnLst/>
            <a:rect l="l" t="t" r="r" b="b"/>
            <a:pathLst>
              <a:path w="76200" h="128905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1212850"/>
                </a:lnTo>
                <a:lnTo>
                  <a:pt x="0" y="1212850"/>
                </a:lnTo>
                <a:lnTo>
                  <a:pt x="38100" y="1289050"/>
                </a:lnTo>
                <a:lnTo>
                  <a:pt x="76200" y="1212850"/>
                </a:lnTo>
                <a:lnTo>
                  <a:pt x="44450" y="1212850"/>
                </a:lnTo>
                <a:lnTo>
                  <a:pt x="4445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3630295" y="3651757"/>
            <a:ext cx="76200" cy="1355090"/>
          </a:xfrm>
          <a:custGeom>
            <a:avLst/>
            <a:gdLst/>
            <a:ahLst/>
            <a:cxnLst/>
            <a:rect l="l" t="t" r="r" b="b"/>
            <a:pathLst>
              <a:path w="76200" h="135508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1278889"/>
                </a:lnTo>
                <a:lnTo>
                  <a:pt x="0" y="1278889"/>
                </a:lnTo>
                <a:lnTo>
                  <a:pt x="38100" y="1355089"/>
                </a:lnTo>
                <a:lnTo>
                  <a:pt x="76200" y="1278889"/>
                </a:lnTo>
                <a:lnTo>
                  <a:pt x="44450" y="1278889"/>
                </a:lnTo>
                <a:lnTo>
                  <a:pt x="4445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4208145" y="4621275"/>
            <a:ext cx="605790" cy="572770"/>
          </a:xfrm>
          <a:custGeom>
            <a:avLst/>
            <a:gdLst/>
            <a:ahLst/>
            <a:cxnLst/>
            <a:rect l="l" t="t" r="r" b="b"/>
            <a:pathLst>
              <a:path w="605789" h="572770">
                <a:moveTo>
                  <a:pt x="605789" y="0"/>
                </a:moveTo>
                <a:lnTo>
                  <a:pt x="524255" y="24637"/>
                </a:lnTo>
                <a:lnTo>
                  <a:pt x="545972" y="47752"/>
                </a:lnTo>
                <a:lnTo>
                  <a:pt x="50926" y="515874"/>
                </a:lnTo>
                <a:lnTo>
                  <a:pt x="29209" y="492760"/>
                </a:lnTo>
                <a:lnTo>
                  <a:pt x="0" y="572770"/>
                </a:lnTo>
                <a:lnTo>
                  <a:pt x="81533" y="548132"/>
                </a:lnTo>
                <a:lnTo>
                  <a:pt x="59689" y="525145"/>
                </a:lnTo>
                <a:lnTo>
                  <a:pt x="554735" y="57023"/>
                </a:lnTo>
                <a:lnTo>
                  <a:pt x="576579" y="80010"/>
                </a:lnTo>
                <a:lnTo>
                  <a:pt x="605789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4328795" y="6472808"/>
            <a:ext cx="488950" cy="553720"/>
          </a:xfrm>
          <a:custGeom>
            <a:avLst/>
            <a:gdLst/>
            <a:ahLst/>
            <a:cxnLst/>
            <a:rect l="l" t="t" r="r" b="b"/>
            <a:pathLst>
              <a:path w="488950" h="553720">
                <a:moveTo>
                  <a:pt x="0" y="0"/>
                </a:moveTo>
                <a:lnTo>
                  <a:pt x="21843" y="82296"/>
                </a:lnTo>
                <a:lnTo>
                  <a:pt x="45592" y="61340"/>
                </a:lnTo>
                <a:lnTo>
                  <a:pt x="433831" y="500888"/>
                </a:lnTo>
                <a:lnTo>
                  <a:pt x="409955" y="521842"/>
                </a:lnTo>
                <a:lnTo>
                  <a:pt x="488950" y="553720"/>
                </a:lnTo>
                <a:lnTo>
                  <a:pt x="467105" y="471424"/>
                </a:lnTo>
                <a:lnTo>
                  <a:pt x="443356" y="492505"/>
                </a:lnTo>
                <a:lnTo>
                  <a:pt x="55117" y="52959"/>
                </a:lnTo>
                <a:lnTo>
                  <a:pt x="78993" y="31876"/>
                </a:lnTo>
                <a:lnTo>
                  <a:pt x="0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304800" y="10161523"/>
            <a:ext cx="226060" cy="224790"/>
            <a:chOff x="304800" y="10161523"/>
            <a:chExt cx="226060" cy="224790"/>
          </a:xfrm>
        </p:grpSpPr>
        <p:sp>
          <p:nvSpPr>
            <p:cNvPr id="22" name="object 22" descr=""/>
            <p:cNvSpPr/>
            <p:nvPr/>
          </p:nvSpPr>
          <p:spPr>
            <a:xfrm>
              <a:off x="344728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129540"/>
                  </a:moveTo>
                  <a:lnTo>
                    <a:pt x="56388" y="129540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623" y="185420"/>
                  </a:lnTo>
                  <a:lnTo>
                    <a:pt x="185623" y="12954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04800" y="10161523"/>
              <a:ext cx="226060" cy="224790"/>
            </a:xfrm>
            <a:custGeom>
              <a:avLst/>
              <a:gdLst/>
              <a:ahLst/>
              <a:cxnLst/>
              <a:rect l="l" t="t" r="r" b="b"/>
              <a:pathLst>
                <a:path w="226059" h="224790">
                  <a:moveTo>
                    <a:pt x="135940" y="29210"/>
                  </a:moveTo>
                  <a:lnTo>
                    <a:pt x="6705" y="29210"/>
                  </a:lnTo>
                  <a:lnTo>
                    <a:pt x="6705" y="0"/>
                  </a:lnTo>
                  <a:lnTo>
                    <a:pt x="0" y="0"/>
                  </a:lnTo>
                  <a:lnTo>
                    <a:pt x="0" y="29210"/>
                  </a:lnTo>
                  <a:lnTo>
                    <a:pt x="0" y="36830"/>
                  </a:lnTo>
                  <a:lnTo>
                    <a:pt x="135940" y="36830"/>
                  </a:lnTo>
                  <a:lnTo>
                    <a:pt x="135940" y="29210"/>
                  </a:lnTo>
                  <a:close/>
                </a:path>
                <a:path w="226059" h="224790">
                  <a:moveTo>
                    <a:pt x="225552" y="218440"/>
                  </a:moveTo>
                  <a:lnTo>
                    <a:pt x="185623" y="218440"/>
                  </a:lnTo>
                  <a:lnTo>
                    <a:pt x="185623" y="86360"/>
                  </a:lnTo>
                  <a:lnTo>
                    <a:pt x="185623" y="78740"/>
                  </a:lnTo>
                  <a:lnTo>
                    <a:pt x="146608" y="78740"/>
                  </a:lnTo>
                  <a:lnTo>
                    <a:pt x="146608" y="29210"/>
                  </a:lnTo>
                  <a:lnTo>
                    <a:pt x="139293" y="29210"/>
                  </a:lnTo>
                  <a:lnTo>
                    <a:pt x="139293" y="78740"/>
                  </a:lnTo>
                  <a:lnTo>
                    <a:pt x="0" y="78740"/>
                  </a:lnTo>
                  <a:lnTo>
                    <a:pt x="0" y="8636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135940" y="224790"/>
                  </a:lnTo>
                  <a:lnTo>
                    <a:pt x="135940" y="218440"/>
                  </a:lnTo>
                  <a:lnTo>
                    <a:pt x="6705" y="218440"/>
                  </a:lnTo>
                  <a:lnTo>
                    <a:pt x="6705" y="86360"/>
                  </a:lnTo>
                  <a:lnTo>
                    <a:pt x="139293" y="86360"/>
                  </a:lnTo>
                  <a:lnTo>
                    <a:pt x="139293" y="218440"/>
                  </a:lnTo>
                  <a:lnTo>
                    <a:pt x="139293" y="224790"/>
                  </a:lnTo>
                  <a:lnTo>
                    <a:pt x="146608" y="224790"/>
                  </a:lnTo>
                  <a:lnTo>
                    <a:pt x="146608" y="218440"/>
                  </a:lnTo>
                  <a:lnTo>
                    <a:pt x="146608" y="86360"/>
                  </a:lnTo>
                  <a:lnTo>
                    <a:pt x="179222" y="86360"/>
                  </a:lnTo>
                  <a:lnTo>
                    <a:pt x="179222" y="218440"/>
                  </a:lnTo>
                  <a:lnTo>
                    <a:pt x="179222" y="224790"/>
                  </a:lnTo>
                  <a:lnTo>
                    <a:pt x="225552" y="224790"/>
                  </a:lnTo>
                  <a:lnTo>
                    <a:pt x="225552" y="2184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304800" y="303783"/>
            <a:ext cx="226060" cy="226060"/>
            <a:chOff x="304800" y="303783"/>
            <a:chExt cx="226060" cy="226060"/>
          </a:xfrm>
        </p:grpSpPr>
        <p:sp>
          <p:nvSpPr>
            <p:cNvPr id="25" name="object 25" descr=""/>
            <p:cNvSpPr/>
            <p:nvPr/>
          </p:nvSpPr>
          <p:spPr>
            <a:xfrm>
              <a:off x="344728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0" y="185420"/>
                  </a:lnTo>
                  <a:lnTo>
                    <a:pt x="56388" y="185420"/>
                  </a:lnTo>
                  <a:lnTo>
                    <a:pt x="56388" y="55880"/>
                  </a:lnTo>
                  <a:lnTo>
                    <a:pt x="185623" y="55880"/>
                  </a:lnTo>
                  <a:lnTo>
                    <a:pt x="18562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04800" y="303783"/>
              <a:ext cx="226060" cy="226060"/>
            </a:xfrm>
            <a:custGeom>
              <a:avLst/>
              <a:gdLst/>
              <a:ahLst/>
              <a:cxnLst/>
              <a:rect l="l" t="t" r="r" b="b"/>
              <a:pathLst>
                <a:path w="226059" h="226059">
                  <a:moveTo>
                    <a:pt x="195681" y="139700"/>
                  </a:moveTo>
                  <a:lnTo>
                    <a:pt x="146608" y="139700"/>
                  </a:lnTo>
                  <a:lnTo>
                    <a:pt x="146608" y="135890"/>
                  </a:lnTo>
                  <a:lnTo>
                    <a:pt x="146608" y="7620"/>
                  </a:lnTo>
                  <a:lnTo>
                    <a:pt x="146608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135890"/>
                  </a:lnTo>
                  <a:lnTo>
                    <a:pt x="6705" y="135890"/>
                  </a:lnTo>
                  <a:lnTo>
                    <a:pt x="6705" y="7620"/>
                  </a:lnTo>
                  <a:lnTo>
                    <a:pt x="139293" y="7620"/>
                  </a:lnTo>
                  <a:lnTo>
                    <a:pt x="139293" y="135890"/>
                  </a:lnTo>
                  <a:lnTo>
                    <a:pt x="139293" y="139700"/>
                  </a:lnTo>
                  <a:lnTo>
                    <a:pt x="0" y="139700"/>
                  </a:lnTo>
                  <a:lnTo>
                    <a:pt x="0" y="147320"/>
                  </a:lnTo>
                  <a:lnTo>
                    <a:pt x="139293" y="147320"/>
                  </a:lnTo>
                  <a:lnTo>
                    <a:pt x="139293" y="179070"/>
                  </a:lnTo>
                  <a:lnTo>
                    <a:pt x="0" y="179070"/>
                  </a:lnTo>
                  <a:lnTo>
                    <a:pt x="0" y="186690"/>
                  </a:lnTo>
                  <a:lnTo>
                    <a:pt x="0" y="226060"/>
                  </a:lnTo>
                  <a:lnTo>
                    <a:pt x="6705" y="226060"/>
                  </a:lnTo>
                  <a:lnTo>
                    <a:pt x="6705" y="186690"/>
                  </a:lnTo>
                  <a:lnTo>
                    <a:pt x="146608" y="186690"/>
                  </a:lnTo>
                  <a:lnTo>
                    <a:pt x="146608" y="179070"/>
                  </a:lnTo>
                  <a:lnTo>
                    <a:pt x="146608" y="147320"/>
                  </a:lnTo>
                  <a:lnTo>
                    <a:pt x="195681" y="147320"/>
                  </a:lnTo>
                  <a:lnTo>
                    <a:pt x="195681" y="139700"/>
                  </a:lnTo>
                  <a:close/>
                </a:path>
                <a:path w="226059" h="226059">
                  <a:moveTo>
                    <a:pt x="225552" y="0"/>
                  </a:moveTo>
                  <a:lnTo>
                    <a:pt x="188976" y="0"/>
                  </a:lnTo>
                  <a:lnTo>
                    <a:pt x="188976" y="7620"/>
                  </a:lnTo>
                  <a:lnTo>
                    <a:pt x="188976" y="135890"/>
                  </a:lnTo>
                  <a:lnTo>
                    <a:pt x="195681" y="135890"/>
                  </a:lnTo>
                  <a:lnTo>
                    <a:pt x="195681" y="7620"/>
                  </a:lnTo>
                  <a:lnTo>
                    <a:pt x="225552" y="7620"/>
                  </a:lnTo>
                  <a:lnTo>
                    <a:pt x="2255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533704" y="10290682"/>
            <a:ext cx="6491605" cy="96520"/>
            <a:chOff x="533704" y="10290682"/>
            <a:chExt cx="6491605" cy="96520"/>
          </a:xfrm>
        </p:grpSpPr>
        <p:sp>
          <p:nvSpPr>
            <p:cNvPr id="28" name="object 28" descr=""/>
            <p:cNvSpPr/>
            <p:nvPr/>
          </p:nvSpPr>
          <p:spPr>
            <a:xfrm>
              <a:off x="53370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3370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6535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6535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99700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9700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22895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22895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460626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460626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69227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69227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92392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92392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15582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15582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38747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38747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61912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61912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851149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851149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082798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082798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31444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31444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54609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354609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77799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77799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00964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00964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24129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24129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47319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47319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470484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470484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4936489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4936489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5168137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168137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5400167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5400167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563181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563181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586346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586346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609536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609536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632701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632701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6558661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6558661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6793737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6793737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4" name="object 84" descr=""/>
          <p:cNvGrpSpPr/>
          <p:nvPr/>
        </p:nvGrpSpPr>
        <p:grpSpPr>
          <a:xfrm>
            <a:off x="533704" y="304190"/>
            <a:ext cx="6491605" cy="96520"/>
            <a:chOff x="533704" y="304190"/>
            <a:chExt cx="6491605" cy="96520"/>
          </a:xfrm>
        </p:grpSpPr>
        <p:sp>
          <p:nvSpPr>
            <p:cNvPr id="85" name="object 85" descr=""/>
            <p:cNvSpPr/>
            <p:nvPr/>
          </p:nvSpPr>
          <p:spPr>
            <a:xfrm>
              <a:off x="53370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53370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76535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76535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99700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99700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22895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22895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460626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460626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69227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69227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92392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92392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215582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215582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238747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238747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261912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261912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2851149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2851149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3082798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3082798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331444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331444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354609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354609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377799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377799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400964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400964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424129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424129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447319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447319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470484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470484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4936489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4936489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5168137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5168137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5400167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5400167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563181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563181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586346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586346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609536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609536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632701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632701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6558661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6558661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6793737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6793737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1" name="object 141" descr=""/>
          <p:cNvGrpSpPr/>
          <p:nvPr/>
        </p:nvGrpSpPr>
        <p:grpSpPr>
          <a:xfrm>
            <a:off x="7028433" y="10161523"/>
            <a:ext cx="225425" cy="224790"/>
            <a:chOff x="7028433" y="10161523"/>
            <a:chExt cx="225425" cy="224790"/>
          </a:xfrm>
        </p:grpSpPr>
        <p:sp>
          <p:nvSpPr>
            <p:cNvPr id="142" name="object 142" descr=""/>
            <p:cNvSpPr/>
            <p:nvPr/>
          </p:nvSpPr>
          <p:spPr>
            <a:xfrm>
              <a:off x="7028434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10" y="0"/>
                  </a:moveTo>
                  <a:lnTo>
                    <a:pt x="129159" y="0"/>
                  </a:lnTo>
                  <a:lnTo>
                    <a:pt x="129159" y="12954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597" y="185420"/>
                  </a:lnTo>
                  <a:lnTo>
                    <a:pt x="185597" y="129540"/>
                  </a:lnTo>
                  <a:lnTo>
                    <a:pt x="18561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7028434" y="10161523"/>
              <a:ext cx="225425" cy="224790"/>
            </a:xfrm>
            <a:custGeom>
              <a:avLst/>
              <a:gdLst/>
              <a:ahLst/>
              <a:cxnLst/>
              <a:rect l="l" t="t" r="r" b="b"/>
              <a:pathLst>
                <a:path w="225425" h="224790">
                  <a:moveTo>
                    <a:pt x="36258" y="218440"/>
                  </a:moveTo>
                  <a:lnTo>
                    <a:pt x="36245" y="88900"/>
                  </a:lnTo>
                  <a:lnTo>
                    <a:pt x="29845" y="88900"/>
                  </a:lnTo>
                  <a:lnTo>
                    <a:pt x="29845" y="21844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36258" y="224790"/>
                  </a:lnTo>
                  <a:lnTo>
                    <a:pt x="36258" y="218440"/>
                  </a:lnTo>
                  <a:close/>
                </a:path>
                <a:path w="225425" h="224790">
                  <a:moveTo>
                    <a:pt x="225171" y="0"/>
                  </a:moveTo>
                  <a:lnTo>
                    <a:pt x="218821" y="0"/>
                  </a:lnTo>
                  <a:lnTo>
                    <a:pt x="218821" y="39370"/>
                  </a:lnTo>
                  <a:lnTo>
                    <a:pt x="79502" y="39370"/>
                  </a:lnTo>
                  <a:lnTo>
                    <a:pt x="79502" y="45720"/>
                  </a:lnTo>
                  <a:lnTo>
                    <a:pt x="79502" y="78740"/>
                  </a:lnTo>
                  <a:lnTo>
                    <a:pt x="29845" y="78740"/>
                  </a:lnTo>
                  <a:lnTo>
                    <a:pt x="29845" y="86360"/>
                  </a:lnTo>
                  <a:lnTo>
                    <a:pt x="79502" y="86360"/>
                  </a:lnTo>
                  <a:lnTo>
                    <a:pt x="79502" y="88900"/>
                  </a:lnTo>
                  <a:lnTo>
                    <a:pt x="79502" y="218440"/>
                  </a:lnTo>
                  <a:lnTo>
                    <a:pt x="79502" y="224790"/>
                  </a:lnTo>
                  <a:lnTo>
                    <a:pt x="225171" y="224790"/>
                  </a:lnTo>
                  <a:lnTo>
                    <a:pt x="225171" y="218440"/>
                  </a:lnTo>
                  <a:lnTo>
                    <a:pt x="225171" y="88900"/>
                  </a:lnTo>
                  <a:lnTo>
                    <a:pt x="218821" y="88900"/>
                  </a:lnTo>
                  <a:lnTo>
                    <a:pt x="218821" y="218440"/>
                  </a:lnTo>
                  <a:lnTo>
                    <a:pt x="86741" y="218440"/>
                  </a:lnTo>
                  <a:lnTo>
                    <a:pt x="86741" y="88900"/>
                  </a:lnTo>
                  <a:lnTo>
                    <a:pt x="86741" y="86360"/>
                  </a:lnTo>
                  <a:lnTo>
                    <a:pt x="225171" y="86360"/>
                  </a:lnTo>
                  <a:lnTo>
                    <a:pt x="225171" y="78740"/>
                  </a:lnTo>
                  <a:lnTo>
                    <a:pt x="86741" y="78740"/>
                  </a:lnTo>
                  <a:lnTo>
                    <a:pt x="86741" y="45720"/>
                  </a:lnTo>
                  <a:lnTo>
                    <a:pt x="225171" y="45720"/>
                  </a:lnTo>
                  <a:lnTo>
                    <a:pt x="225171" y="3937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4" name="object 144" descr=""/>
          <p:cNvGrpSpPr/>
          <p:nvPr/>
        </p:nvGrpSpPr>
        <p:grpSpPr>
          <a:xfrm>
            <a:off x="7028433" y="303783"/>
            <a:ext cx="225425" cy="9855200"/>
            <a:chOff x="7028433" y="303783"/>
            <a:chExt cx="225425" cy="9855200"/>
          </a:xfrm>
        </p:grpSpPr>
        <p:sp>
          <p:nvSpPr>
            <p:cNvPr id="145" name="object 145" descr=""/>
            <p:cNvSpPr/>
            <p:nvPr/>
          </p:nvSpPr>
          <p:spPr>
            <a:xfrm>
              <a:off x="7028434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48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129159" y="55880"/>
                  </a:lnTo>
                  <a:lnTo>
                    <a:pt x="129159" y="185420"/>
                  </a:lnTo>
                  <a:lnTo>
                    <a:pt x="185585" y="185420"/>
                  </a:lnTo>
                  <a:lnTo>
                    <a:pt x="185585" y="55880"/>
                  </a:lnTo>
                  <a:lnTo>
                    <a:pt x="18564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7028434" y="303783"/>
              <a:ext cx="225425" cy="226060"/>
            </a:xfrm>
            <a:custGeom>
              <a:avLst/>
              <a:gdLst/>
              <a:ahLst/>
              <a:cxnLst/>
              <a:rect l="l" t="t" r="r" b="b"/>
              <a:pathLst>
                <a:path w="225425" h="226059">
                  <a:moveTo>
                    <a:pt x="225171" y="189230"/>
                  </a:moveTo>
                  <a:lnTo>
                    <a:pt x="89281" y="189230"/>
                  </a:lnTo>
                  <a:lnTo>
                    <a:pt x="89281" y="195580"/>
                  </a:lnTo>
                  <a:lnTo>
                    <a:pt x="218821" y="195580"/>
                  </a:lnTo>
                  <a:lnTo>
                    <a:pt x="218821" y="226060"/>
                  </a:lnTo>
                  <a:lnTo>
                    <a:pt x="225171" y="226060"/>
                  </a:lnTo>
                  <a:lnTo>
                    <a:pt x="225171" y="195580"/>
                  </a:lnTo>
                  <a:lnTo>
                    <a:pt x="225171" y="189230"/>
                  </a:lnTo>
                  <a:close/>
                </a:path>
                <a:path w="225425" h="226059">
                  <a:moveTo>
                    <a:pt x="225234" y="7620"/>
                  </a:moveTo>
                  <a:lnTo>
                    <a:pt x="225171" y="0"/>
                  </a:lnTo>
                  <a:lnTo>
                    <a:pt x="89281" y="0"/>
                  </a:lnTo>
                  <a:lnTo>
                    <a:pt x="89281" y="7620"/>
                  </a:lnTo>
                  <a:lnTo>
                    <a:pt x="218821" y="7620"/>
                  </a:lnTo>
                  <a:lnTo>
                    <a:pt x="218821" y="139700"/>
                  </a:lnTo>
                  <a:lnTo>
                    <a:pt x="86741" y="139700"/>
                  </a:lnTo>
                  <a:lnTo>
                    <a:pt x="86741" y="7620"/>
                  </a:lnTo>
                  <a:lnTo>
                    <a:pt x="86741" y="0"/>
                  </a:lnTo>
                  <a:lnTo>
                    <a:pt x="79502" y="0"/>
                  </a:lnTo>
                  <a:lnTo>
                    <a:pt x="79502" y="7620"/>
                  </a:lnTo>
                  <a:lnTo>
                    <a:pt x="79502" y="139700"/>
                  </a:lnTo>
                  <a:lnTo>
                    <a:pt x="46355" y="139700"/>
                  </a:lnTo>
                  <a:lnTo>
                    <a:pt x="46355" y="7620"/>
                  </a:lnTo>
                  <a:lnTo>
                    <a:pt x="46355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39624" y="7620"/>
                  </a:lnTo>
                  <a:lnTo>
                    <a:pt x="39624" y="139700"/>
                  </a:lnTo>
                  <a:lnTo>
                    <a:pt x="39624" y="147320"/>
                  </a:lnTo>
                  <a:lnTo>
                    <a:pt x="79502" y="147320"/>
                  </a:lnTo>
                  <a:lnTo>
                    <a:pt x="79502" y="195580"/>
                  </a:lnTo>
                  <a:lnTo>
                    <a:pt x="86741" y="195580"/>
                  </a:lnTo>
                  <a:lnTo>
                    <a:pt x="86741" y="147320"/>
                  </a:lnTo>
                  <a:lnTo>
                    <a:pt x="225221" y="147320"/>
                  </a:lnTo>
                  <a:lnTo>
                    <a:pt x="225221" y="139700"/>
                  </a:lnTo>
                  <a:lnTo>
                    <a:pt x="225234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7157592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7247254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7157592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7247254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7157592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7247254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7157592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7247254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7157592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7247254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7157592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7247254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7157592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7247254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7157592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7247254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7157592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7247254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7157592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7247254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7157592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7247254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7157592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7247254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7157592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7247254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7157592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7247254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7157592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7247254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7157592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7247254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7157592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7247254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7157592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7247254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7157592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7247254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7157592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7247254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7157592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7247254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7157592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7247254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7157592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7247254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7157592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7247254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7157592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7247254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7157592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7247254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7157592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7247254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7157592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7247254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7157592" y="7106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7247254" y="7106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7157592" y="734105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7247254" y="734105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7157592" y="757575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7247254" y="757575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7157592" y="7810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7247254" y="7810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7157592" y="8045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7247254" y="8045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7157592" y="8280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7247254" y="8280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7157592" y="85149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7247254" y="85149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7157592" y="874956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7247254" y="874956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7157592" y="898425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7247254" y="898425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7157592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7247254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7157592" y="945400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7247254" y="945400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7157592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7247254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7157592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5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7247254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4" h="235584">
                  <a:moveTo>
                    <a:pt x="6400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400" y="235305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9" name="object 229" descr=""/>
          <p:cNvGrpSpPr/>
          <p:nvPr/>
        </p:nvGrpSpPr>
        <p:grpSpPr>
          <a:xfrm>
            <a:off x="304800" y="533094"/>
            <a:ext cx="226060" cy="9625965"/>
            <a:chOff x="304800" y="533094"/>
            <a:chExt cx="226060" cy="9625965"/>
          </a:xfrm>
        </p:grpSpPr>
        <p:sp>
          <p:nvSpPr>
            <p:cNvPr id="230" name="object 230" descr=""/>
            <p:cNvSpPr/>
            <p:nvPr/>
          </p:nvSpPr>
          <p:spPr>
            <a:xfrm>
              <a:off x="344728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304800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344728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304800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344728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304800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344728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304800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344728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304800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344728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304800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344728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304800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344728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304800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344728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304800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344728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304800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344728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304800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344728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304800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344728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304800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344728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304800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344728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304800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401116" y="4054423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10">
                  <a:moveTo>
                    <a:pt x="129235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129235" y="231952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344728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304800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401116" y="4289119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10">
                  <a:moveTo>
                    <a:pt x="129235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129235" y="231952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344728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304800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401116" y="4523765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10">
                  <a:moveTo>
                    <a:pt x="129235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129235" y="232257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344728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304800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401116" y="4758461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10">
                  <a:moveTo>
                    <a:pt x="129235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129235" y="232257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344728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304800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401116" y="4993461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10">
                  <a:moveTo>
                    <a:pt x="129235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129235" y="231952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344728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304800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344728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304800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344728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304800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344728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304800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344728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304800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344728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304800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401116" y="6402018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09">
                  <a:moveTo>
                    <a:pt x="129235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129235" y="231952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344728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304800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401116" y="6636664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09">
                  <a:moveTo>
                    <a:pt x="129235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129235" y="232257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344728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304800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401116" y="6871360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09">
                  <a:moveTo>
                    <a:pt x="129235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129235" y="232257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344728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304800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401116" y="7106361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09">
                  <a:moveTo>
                    <a:pt x="129235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129235" y="231952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344728" y="71063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304800" y="71063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401116" y="7341056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09">
                  <a:moveTo>
                    <a:pt x="129235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129235" y="231952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344728" y="734105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304800" y="734105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344728" y="757575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304800" y="757575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344728" y="7810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304800" y="7810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344728" y="80455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304800" y="80455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344728" y="828022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304800" y="828022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344728" y="851491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304800" y="851491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344728" y="874956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304800" y="874956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344728" y="89842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304800" y="89842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344728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304800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344728" y="945400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304800" y="945400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344728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304800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344728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4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304800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5" h="235584">
                  <a:moveTo>
                    <a:pt x="6704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704" y="235305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2" name="object 322" descr=""/>
          <p:cNvSpPr txBox="1"/>
          <p:nvPr/>
        </p:nvSpPr>
        <p:spPr>
          <a:xfrm>
            <a:off x="1582038" y="1264665"/>
            <a:ext cx="249872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1140" indent="-218440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231140" algn="l"/>
              </a:tabLst>
            </a:pPr>
            <a:r>
              <a:rPr dirty="0" u="sng" sz="160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DATAFLOW</a:t>
            </a:r>
            <a:r>
              <a:rPr dirty="0" u="sng" sz="1600" spc="-8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spc="-1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DIAGRAM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3" name="object 323" descr=""/>
          <p:cNvSpPr txBox="1"/>
          <p:nvPr/>
        </p:nvSpPr>
        <p:spPr>
          <a:xfrm>
            <a:off x="996492" y="4511802"/>
            <a:ext cx="105410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Employee</a:t>
            </a:r>
            <a:r>
              <a:rPr dirty="0" sz="16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4" name="object 324" descr=""/>
          <p:cNvSpPr txBox="1"/>
          <p:nvPr/>
        </p:nvSpPr>
        <p:spPr>
          <a:xfrm>
            <a:off x="3128010" y="5475223"/>
            <a:ext cx="1059815" cy="77089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ctr" marL="12700" marR="5080" indent="-6350">
              <a:lnSpc>
                <a:spcPct val="102600"/>
              </a:lnSpc>
              <a:spcBef>
                <a:spcPts val="5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Employee Managemen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System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5" name="object 325" descr=""/>
          <p:cNvSpPr txBox="1"/>
          <p:nvPr/>
        </p:nvSpPr>
        <p:spPr>
          <a:xfrm>
            <a:off x="1295527" y="6880986"/>
            <a:ext cx="46482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Login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6" name="object 326" descr=""/>
          <p:cNvSpPr txBox="1"/>
          <p:nvPr/>
        </p:nvSpPr>
        <p:spPr>
          <a:xfrm>
            <a:off x="4811395" y="6490715"/>
            <a:ext cx="2070735" cy="892175"/>
          </a:xfrm>
          <a:prstGeom prst="rect">
            <a:avLst/>
          </a:prstGeom>
          <a:ln w="6350">
            <a:solidFill>
              <a:srgbClr val="6EAC46"/>
            </a:solidFill>
          </a:ln>
        </p:spPr>
        <p:txBody>
          <a:bodyPr wrap="square" lIns="0" tIns="908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15"/>
              </a:spcBef>
            </a:pPr>
            <a:endParaRPr sz="1600">
              <a:latin typeface="Times New Roman"/>
              <a:cs typeface="Times New Roman"/>
            </a:endParaRPr>
          </a:p>
          <a:p>
            <a:pPr marL="603885">
              <a:lnSpc>
                <a:spcPct val="100000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Add</a:t>
            </a:r>
            <a:r>
              <a:rPr dirty="0" sz="16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Salary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7" name="object 327" descr=""/>
          <p:cNvSpPr txBox="1"/>
          <p:nvPr/>
        </p:nvSpPr>
        <p:spPr>
          <a:xfrm>
            <a:off x="4811395" y="4210684"/>
            <a:ext cx="2070735" cy="892175"/>
          </a:xfrm>
          <a:prstGeom prst="rect">
            <a:avLst/>
          </a:prstGeom>
          <a:ln w="6350">
            <a:solidFill>
              <a:srgbClr val="6EAC46"/>
            </a:solidFill>
          </a:ln>
        </p:spPr>
        <p:txBody>
          <a:bodyPr wrap="square" lIns="0" tIns="838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60"/>
              </a:spcBef>
            </a:pPr>
            <a:endParaRPr sz="1600">
              <a:latin typeface="Times New Roman"/>
              <a:cs typeface="Times New Roman"/>
            </a:endParaRPr>
          </a:p>
          <a:p>
            <a:pPr marL="445134">
              <a:lnSpc>
                <a:spcPct val="100000"/>
              </a:lnSpc>
            </a:pP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Add</a:t>
            </a:r>
            <a:r>
              <a:rPr dirty="0" sz="16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Employee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8" name="object 328" descr=""/>
          <p:cNvSpPr txBox="1"/>
          <p:nvPr/>
        </p:nvSpPr>
        <p:spPr>
          <a:xfrm>
            <a:off x="2654935" y="2747644"/>
            <a:ext cx="2070735" cy="892175"/>
          </a:xfrm>
          <a:prstGeom prst="rect">
            <a:avLst/>
          </a:prstGeom>
          <a:ln w="6350">
            <a:solidFill>
              <a:srgbClr val="6EAC46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10"/>
              </a:spcBef>
            </a:pPr>
            <a:endParaRPr sz="1600">
              <a:latin typeface="Times New Roman"/>
              <a:cs typeface="Times New Roman"/>
            </a:endParaRPr>
          </a:p>
          <a:p>
            <a:pPr marL="357505">
              <a:lnSpc>
                <a:spcPct val="100000"/>
              </a:lnSpc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Employee</a:t>
            </a:r>
            <a:r>
              <a:rPr dirty="0" sz="16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9" name="object 329" descr=""/>
          <p:cNvSpPr txBox="1"/>
          <p:nvPr/>
        </p:nvSpPr>
        <p:spPr>
          <a:xfrm>
            <a:off x="2652395" y="8032115"/>
            <a:ext cx="2070735" cy="892175"/>
          </a:xfrm>
          <a:prstGeom prst="rect">
            <a:avLst/>
          </a:prstGeom>
          <a:ln w="6350">
            <a:solidFill>
              <a:srgbClr val="6EAC46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75"/>
              </a:spcBef>
            </a:pPr>
            <a:endParaRPr sz="1600">
              <a:latin typeface="Times New Roman"/>
              <a:cs typeface="Times New Roman"/>
            </a:endParaRPr>
          </a:p>
          <a:p>
            <a:pPr marL="265430">
              <a:lnSpc>
                <a:spcPct val="100000"/>
              </a:lnSpc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Employee</a:t>
            </a:r>
            <a:r>
              <a:rPr dirty="0" sz="16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285229" y="5633338"/>
            <a:ext cx="600075" cy="1199515"/>
            <a:chOff x="6285229" y="5633338"/>
            <a:chExt cx="600075" cy="119951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9976" y="5661536"/>
              <a:ext cx="404647" cy="37413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426199" y="5652388"/>
              <a:ext cx="365760" cy="337185"/>
            </a:xfrm>
            <a:custGeom>
              <a:avLst/>
              <a:gdLst/>
              <a:ahLst/>
              <a:cxnLst/>
              <a:rect l="l" t="t" r="r" b="b"/>
              <a:pathLst>
                <a:path w="365759" h="337185">
                  <a:moveTo>
                    <a:pt x="182879" y="0"/>
                  </a:moveTo>
                  <a:lnTo>
                    <a:pt x="134239" y="6096"/>
                  </a:lnTo>
                  <a:lnTo>
                    <a:pt x="90550" y="23114"/>
                  </a:lnTo>
                  <a:lnTo>
                    <a:pt x="53594" y="49403"/>
                  </a:lnTo>
                  <a:lnTo>
                    <a:pt x="25019" y="83566"/>
                  </a:lnTo>
                  <a:lnTo>
                    <a:pt x="6476" y="123825"/>
                  </a:lnTo>
                  <a:lnTo>
                    <a:pt x="0" y="168656"/>
                  </a:lnTo>
                  <a:lnTo>
                    <a:pt x="6476" y="213487"/>
                  </a:lnTo>
                  <a:lnTo>
                    <a:pt x="25019" y="253746"/>
                  </a:lnTo>
                  <a:lnTo>
                    <a:pt x="53594" y="287909"/>
                  </a:lnTo>
                  <a:lnTo>
                    <a:pt x="90550" y="314198"/>
                  </a:lnTo>
                  <a:lnTo>
                    <a:pt x="134239" y="331216"/>
                  </a:lnTo>
                  <a:lnTo>
                    <a:pt x="182879" y="337185"/>
                  </a:lnTo>
                  <a:lnTo>
                    <a:pt x="231521" y="331216"/>
                  </a:lnTo>
                  <a:lnTo>
                    <a:pt x="275208" y="314198"/>
                  </a:lnTo>
                  <a:lnTo>
                    <a:pt x="312166" y="287909"/>
                  </a:lnTo>
                  <a:lnTo>
                    <a:pt x="340741" y="253746"/>
                  </a:lnTo>
                  <a:lnTo>
                    <a:pt x="359282" y="213487"/>
                  </a:lnTo>
                  <a:lnTo>
                    <a:pt x="365759" y="168656"/>
                  </a:lnTo>
                  <a:lnTo>
                    <a:pt x="359282" y="123825"/>
                  </a:lnTo>
                  <a:lnTo>
                    <a:pt x="340741" y="83566"/>
                  </a:lnTo>
                  <a:lnTo>
                    <a:pt x="312166" y="49403"/>
                  </a:lnTo>
                  <a:lnTo>
                    <a:pt x="275208" y="23114"/>
                  </a:lnTo>
                  <a:lnTo>
                    <a:pt x="231521" y="6096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426199" y="5652388"/>
              <a:ext cx="365760" cy="337185"/>
            </a:xfrm>
            <a:custGeom>
              <a:avLst/>
              <a:gdLst/>
              <a:ahLst/>
              <a:cxnLst/>
              <a:rect l="l" t="t" r="r" b="b"/>
              <a:pathLst>
                <a:path w="365759" h="337185">
                  <a:moveTo>
                    <a:pt x="0" y="168656"/>
                  </a:moveTo>
                  <a:lnTo>
                    <a:pt x="6476" y="123825"/>
                  </a:lnTo>
                  <a:lnTo>
                    <a:pt x="25019" y="83566"/>
                  </a:lnTo>
                  <a:lnTo>
                    <a:pt x="53594" y="49403"/>
                  </a:lnTo>
                  <a:lnTo>
                    <a:pt x="90550" y="23114"/>
                  </a:lnTo>
                  <a:lnTo>
                    <a:pt x="134239" y="6096"/>
                  </a:lnTo>
                  <a:lnTo>
                    <a:pt x="182879" y="0"/>
                  </a:lnTo>
                  <a:lnTo>
                    <a:pt x="231521" y="6096"/>
                  </a:lnTo>
                  <a:lnTo>
                    <a:pt x="275208" y="23114"/>
                  </a:lnTo>
                  <a:lnTo>
                    <a:pt x="312166" y="49403"/>
                  </a:lnTo>
                  <a:lnTo>
                    <a:pt x="340741" y="83566"/>
                  </a:lnTo>
                  <a:lnTo>
                    <a:pt x="359282" y="123825"/>
                  </a:lnTo>
                  <a:lnTo>
                    <a:pt x="365759" y="168656"/>
                  </a:lnTo>
                  <a:lnTo>
                    <a:pt x="359282" y="213487"/>
                  </a:lnTo>
                  <a:lnTo>
                    <a:pt x="340741" y="253746"/>
                  </a:lnTo>
                  <a:lnTo>
                    <a:pt x="312166" y="287909"/>
                  </a:lnTo>
                  <a:lnTo>
                    <a:pt x="275208" y="314198"/>
                  </a:lnTo>
                  <a:lnTo>
                    <a:pt x="231521" y="331216"/>
                  </a:lnTo>
                  <a:lnTo>
                    <a:pt x="182879" y="337185"/>
                  </a:lnTo>
                  <a:lnTo>
                    <a:pt x="134239" y="331216"/>
                  </a:lnTo>
                  <a:lnTo>
                    <a:pt x="90550" y="314198"/>
                  </a:lnTo>
                  <a:lnTo>
                    <a:pt x="53594" y="287909"/>
                  </a:lnTo>
                  <a:lnTo>
                    <a:pt x="25019" y="253746"/>
                  </a:lnTo>
                  <a:lnTo>
                    <a:pt x="6476" y="213487"/>
                  </a:lnTo>
                  <a:lnTo>
                    <a:pt x="0" y="168656"/>
                  </a:lnTo>
                  <a:close/>
                </a:path>
              </a:pathLst>
            </a:custGeom>
            <a:ln w="38100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301104" y="5989573"/>
              <a:ext cx="568325" cy="827405"/>
            </a:xfrm>
            <a:custGeom>
              <a:avLst/>
              <a:gdLst/>
              <a:ahLst/>
              <a:cxnLst/>
              <a:rect l="l" t="t" r="r" b="b"/>
              <a:pathLst>
                <a:path w="568325" h="827404">
                  <a:moveTo>
                    <a:pt x="318135" y="558164"/>
                  </a:moveTo>
                  <a:lnTo>
                    <a:pt x="318135" y="0"/>
                  </a:lnTo>
                </a:path>
                <a:path w="568325" h="827404">
                  <a:moveTo>
                    <a:pt x="0" y="201930"/>
                  </a:moveTo>
                  <a:lnTo>
                    <a:pt x="568325" y="201930"/>
                  </a:lnTo>
                </a:path>
                <a:path w="568325" h="827404">
                  <a:moveTo>
                    <a:pt x="0" y="827405"/>
                  </a:moveTo>
                  <a:lnTo>
                    <a:pt x="318135" y="558164"/>
                  </a:lnTo>
                </a:path>
                <a:path w="568325" h="827404">
                  <a:moveTo>
                    <a:pt x="318135" y="558164"/>
                  </a:moveTo>
                  <a:lnTo>
                    <a:pt x="568325" y="827405"/>
                  </a:lnTo>
                </a:path>
              </a:pathLst>
            </a:custGeom>
            <a:ln w="31750">
              <a:solidFill>
                <a:srgbClr val="EB7B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762000" y="5734303"/>
            <a:ext cx="600075" cy="1199515"/>
            <a:chOff x="762000" y="5734303"/>
            <a:chExt cx="600075" cy="1199515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6975" y="5762120"/>
              <a:ext cx="404647" cy="374138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902970" y="5753353"/>
              <a:ext cx="365760" cy="337185"/>
            </a:xfrm>
            <a:custGeom>
              <a:avLst/>
              <a:gdLst/>
              <a:ahLst/>
              <a:cxnLst/>
              <a:rect l="l" t="t" r="r" b="b"/>
              <a:pathLst>
                <a:path w="365759" h="337185">
                  <a:moveTo>
                    <a:pt x="182880" y="0"/>
                  </a:moveTo>
                  <a:lnTo>
                    <a:pt x="134264" y="6095"/>
                  </a:lnTo>
                  <a:lnTo>
                    <a:pt x="90576" y="23113"/>
                  </a:lnTo>
                  <a:lnTo>
                    <a:pt x="53568" y="49402"/>
                  </a:lnTo>
                  <a:lnTo>
                    <a:pt x="24968" y="83565"/>
                  </a:lnTo>
                  <a:lnTo>
                    <a:pt x="6527" y="123825"/>
                  </a:lnTo>
                  <a:lnTo>
                    <a:pt x="0" y="168655"/>
                  </a:lnTo>
                  <a:lnTo>
                    <a:pt x="6527" y="213487"/>
                  </a:lnTo>
                  <a:lnTo>
                    <a:pt x="24968" y="253745"/>
                  </a:lnTo>
                  <a:lnTo>
                    <a:pt x="53568" y="287908"/>
                  </a:lnTo>
                  <a:lnTo>
                    <a:pt x="90576" y="314197"/>
                  </a:lnTo>
                  <a:lnTo>
                    <a:pt x="134264" y="331215"/>
                  </a:lnTo>
                  <a:lnTo>
                    <a:pt x="182880" y="337184"/>
                  </a:lnTo>
                  <a:lnTo>
                    <a:pt x="231495" y="331215"/>
                  </a:lnTo>
                  <a:lnTo>
                    <a:pt x="275183" y="314197"/>
                  </a:lnTo>
                  <a:lnTo>
                    <a:pt x="312191" y="287908"/>
                  </a:lnTo>
                  <a:lnTo>
                    <a:pt x="340791" y="253745"/>
                  </a:lnTo>
                  <a:lnTo>
                    <a:pt x="359232" y="213487"/>
                  </a:lnTo>
                  <a:lnTo>
                    <a:pt x="365760" y="168655"/>
                  </a:lnTo>
                  <a:lnTo>
                    <a:pt x="359232" y="123825"/>
                  </a:lnTo>
                  <a:lnTo>
                    <a:pt x="340791" y="83565"/>
                  </a:lnTo>
                  <a:lnTo>
                    <a:pt x="312191" y="49402"/>
                  </a:lnTo>
                  <a:lnTo>
                    <a:pt x="275183" y="23113"/>
                  </a:lnTo>
                  <a:lnTo>
                    <a:pt x="231495" y="6095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02970" y="5753353"/>
              <a:ext cx="365760" cy="337185"/>
            </a:xfrm>
            <a:custGeom>
              <a:avLst/>
              <a:gdLst/>
              <a:ahLst/>
              <a:cxnLst/>
              <a:rect l="l" t="t" r="r" b="b"/>
              <a:pathLst>
                <a:path w="365759" h="337185">
                  <a:moveTo>
                    <a:pt x="0" y="168655"/>
                  </a:moveTo>
                  <a:lnTo>
                    <a:pt x="6527" y="123825"/>
                  </a:lnTo>
                  <a:lnTo>
                    <a:pt x="24968" y="83565"/>
                  </a:lnTo>
                  <a:lnTo>
                    <a:pt x="53568" y="49402"/>
                  </a:lnTo>
                  <a:lnTo>
                    <a:pt x="90576" y="23113"/>
                  </a:lnTo>
                  <a:lnTo>
                    <a:pt x="134264" y="6095"/>
                  </a:lnTo>
                  <a:lnTo>
                    <a:pt x="182880" y="0"/>
                  </a:lnTo>
                  <a:lnTo>
                    <a:pt x="231495" y="6095"/>
                  </a:lnTo>
                  <a:lnTo>
                    <a:pt x="275183" y="23113"/>
                  </a:lnTo>
                  <a:lnTo>
                    <a:pt x="312191" y="49402"/>
                  </a:lnTo>
                  <a:lnTo>
                    <a:pt x="340791" y="83565"/>
                  </a:lnTo>
                  <a:lnTo>
                    <a:pt x="359232" y="123825"/>
                  </a:lnTo>
                  <a:lnTo>
                    <a:pt x="365760" y="168655"/>
                  </a:lnTo>
                  <a:lnTo>
                    <a:pt x="359232" y="213487"/>
                  </a:lnTo>
                  <a:lnTo>
                    <a:pt x="340791" y="253745"/>
                  </a:lnTo>
                  <a:lnTo>
                    <a:pt x="312191" y="287908"/>
                  </a:lnTo>
                  <a:lnTo>
                    <a:pt x="275183" y="314197"/>
                  </a:lnTo>
                  <a:lnTo>
                    <a:pt x="231495" y="331215"/>
                  </a:lnTo>
                  <a:lnTo>
                    <a:pt x="182880" y="337184"/>
                  </a:lnTo>
                  <a:lnTo>
                    <a:pt x="134264" y="331215"/>
                  </a:lnTo>
                  <a:lnTo>
                    <a:pt x="90576" y="314197"/>
                  </a:lnTo>
                  <a:lnTo>
                    <a:pt x="53568" y="287908"/>
                  </a:lnTo>
                  <a:lnTo>
                    <a:pt x="24968" y="253745"/>
                  </a:lnTo>
                  <a:lnTo>
                    <a:pt x="6527" y="213487"/>
                  </a:lnTo>
                  <a:lnTo>
                    <a:pt x="0" y="168655"/>
                  </a:lnTo>
                  <a:close/>
                </a:path>
              </a:pathLst>
            </a:custGeom>
            <a:ln w="38100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77875" y="6090538"/>
              <a:ext cx="568325" cy="827405"/>
            </a:xfrm>
            <a:custGeom>
              <a:avLst/>
              <a:gdLst/>
              <a:ahLst/>
              <a:cxnLst/>
              <a:rect l="l" t="t" r="r" b="b"/>
              <a:pathLst>
                <a:path w="568325" h="827404">
                  <a:moveTo>
                    <a:pt x="318134" y="558165"/>
                  </a:moveTo>
                  <a:lnTo>
                    <a:pt x="318134" y="0"/>
                  </a:lnTo>
                </a:path>
                <a:path w="568325" h="827404">
                  <a:moveTo>
                    <a:pt x="0" y="201930"/>
                  </a:moveTo>
                  <a:lnTo>
                    <a:pt x="568325" y="201930"/>
                  </a:lnTo>
                </a:path>
                <a:path w="568325" h="827404">
                  <a:moveTo>
                    <a:pt x="0" y="827405"/>
                  </a:moveTo>
                  <a:lnTo>
                    <a:pt x="318134" y="558165"/>
                  </a:lnTo>
                </a:path>
                <a:path w="568325" h="827404">
                  <a:moveTo>
                    <a:pt x="318134" y="558165"/>
                  </a:moveTo>
                  <a:lnTo>
                    <a:pt x="568325" y="827405"/>
                  </a:lnTo>
                </a:path>
              </a:pathLst>
            </a:custGeom>
            <a:ln w="31750">
              <a:solidFill>
                <a:srgbClr val="EB7B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2708782" y="2697098"/>
            <a:ext cx="1921510" cy="598805"/>
            <a:chOff x="2708782" y="2697098"/>
            <a:chExt cx="1921510" cy="598805"/>
          </a:xfrm>
        </p:grpSpPr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8180" y="2727777"/>
              <a:ext cx="1911858" cy="56774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15132" y="2703448"/>
              <a:ext cx="1896110" cy="558165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2715132" y="2703448"/>
              <a:ext cx="1896110" cy="558165"/>
            </a:xfrm>
            <a:custGeom>
              <a:avLst/>
              <a:gdLst/>
              <a:ahLst/>
              <a:cxnLst/>
              <a:rect l="l" t="t" r="r" b="b"/>
              <a:pathLst>
                <a:path w="1896110" h="558164">
                  <a:moveTo>
                    <a:pt x="0" y="93090"/>
                  </a:moveTo>
                  <a:lnTo>
                    <a:pt x="7366" y="56895"/>
                  </a:lnTo>
                  <a:lnTo>
                    <a:pt x="27305" y="27304"/>
                  </a:lnTo>
                  <a:lnTo>
                    <a:pt x="56896" y="7365"/>
                  </a:lnTo>
                  <a:lnTo>
                    <a:pt x="93091" y="0"/>
                  </a:lnTo>
                  <a:lnTo>
                    <a:pt x="1803019" y="0"/>
                  </a:lnTo>
                  <a:lnTo>
                    <a:pt x="1839214" y="7365"/>
                  </a:lnTo>
                  <a:lnTo>
                    <a:pt x="1868805" y="27304"/>
                  </a:lnTo>
                  <a:lnTo>
                    <a:pt x="1888744" y="56895"/>
                  </a:lnTo>
                  <a:lnTo>
                    <a:pt x="1896109" y="93090"/>
                  </a:lnTo>
                  <a:lnTo>
                    <a:pt x="1896109" y="465074"/>
                  </a:lnTo>
                  <a:lnTo>
                    <a:pt x="1888744" y="501395"/>
                  </a:lnTo>
                  <a:lnTo>
                    <a:pt x="1868805" y="530986"/>
                  </a:lnTo>
                  <a:lnTo>
                    <a:pt x="1839214" y="550926"/>
                  </a:lnTo>
                  <a:lnTo>
                    <a:pt x="1803019" y="558164"/>
                  </a:lnTo>
                  <a:lnTo>
                    <a:pt x="93091" y="558164"/>
                  </a:lnTo>
                  <a:lnTo>
                    <a:pt x="56896" y="550926"/>
                  </a:lnTo>
                  <a:lnTo>
                    <a:pt x="27305" y="530986"/>
                  </a:lnTo>
                  <a:lnTo>
                    <a:pt x="7366" y="501395"/>
                  </a:lnTo>
                  <a:lnTo>
                    <a:pt x="0" y="465074"/>
                  </a:lnTo>
                  <a:lnTo>
                    <a:pt x="0" y="93090"/>
                  </a:lnTo>
                  <a:close/>
                </a:path>
              </a:pathLst>
            </a:custGeom>
            <a:ln w="127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2708782" y="4150994"/>
            <a:ext cx="1921510" cy="598805"/>
            <a:chOff x="2708782" y="4150994"/>
            <a:chExt cx="1921510" cy="598805"/>
          </a:xfrm>
        </p:grpSpPr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8180" y="4181673"/>
              <a:ext cx="1911858" cy="567745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15132" y="4157344"/>
              <a:ext cx="1896110" cy="558165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2715132" y="4157344"/>
              <a:ext cx="1896110" cy="558165"/>
            </a:xfrm>
            <a:custGeom>
              <a:avLst/>
              <a:gdLst/>
              <a:ahLst/>
              <a:cxnLst/>
              <a:rect l="l" t="t" r="r" b="b"/>
              <a:pathLst>
                <a:path w="1896110" h="558164">
                  <a:moveTo>
                    <a:pt x="0" y="93091"/>
                  </a:moveTo>
                  <a:lnTo>
                    <a:pt x="7366" y="56896"/>
                  </a:lnTo>
                  <a:lnTo>
                    <a:pt x="27305" y="27305"/>
                  </a:lnTo>
                  <a:lnTo>
                    <a:pt x="56896" y="7366"/>
                  </a:lnTo>
                  <a:lnTo>
                    <a:pt x="93091" y="0"/>
                  </a:lnTo>
                  <a:lnTo>
                    <a:pt x="1803019" y="0"/>
                  </a:lnTo>
                  <a:lnTo>
                    <a:pt x="1839214" y="7366"/>
                  </a:lnTo>
                  <a:lnTo>
                    <a:pt x="1868805" y="27305"/>
                  </a:lnTo>
                  <a:lnTo>
                    <a:pt x="1888744" y="56896"/>
                  </a:lnTo>
                  <a:lnTo>
                    <a:pt x="1896109" y="93091"/>
                  </a:lnTo>
                  <a:lnTo>
                    <a:pt x="1896109" y="465074"/>
                  </a:lnTo>
                  <a:lnTo>
                    <a:pt x="1888744" y="501396"/>
                  </a:lnTo>
                  <a:lnTo>
                    <a:pt x="1868805" y="530987"/>
                  </a:lnTo>
                  <a:lnTo>
                    <a:pt x="1839214" y="550926"/>
                  </a:lnTo>
                  <a:lnTo>
                    <a:pt x="1803019" y="558165"/>
                  </a:lnTo>
                  <a:lnTo>
                    <a:pt x="93091" y="558165"/>
                  </a:lnTo>
                  <a:lnTo>
                    <a:pt x="56896" y="550926"/>
                  </a:lnTo>
                  <a:lnTo>
                    <a:pt x="27305" y="530987"/>
                  </a:lnTo>
                  <a:lnTo>
                    <a:pt x="7366" y="501396"/>
                  </a:lnTo>
                  <a:lnTo>
                    <a:pt x="0" y="465074"/>
                  </a:lnTo>
                  <a:lnTo>
                    <a:pt x="0" y="93091"/>
                  </a:lnTo>
                  <a:close/>
                </a:path>
              </a:pathLst>
            </a:custGeom>
            <a:ln w="127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2708782" y="5644514"/>
            <a:ext cx="1921510" cy="598805"/>
            <a:chOff x="2708782" y="5644514"/>
            <a:chExt cx="1921510" cy="598805"/>
          </a:xfrm>
        </p:grpSpPr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8180" y="5675193"/>
              <a:ext cx="1911858" cy="567745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15132" y="5650864"/>
              <a:ext cx="1896110" cy="558164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2715132" y="5650864"/>
              <a:ext cx="1896110" cy="558165"/>
            </a:xfrm>
            <a:custGeom>
              <a:avLst/>
              <a:gdLst/>
              <a:ahLst/>
              <a:cxnLst/>
              <a:rect l="l" t="t" r="r" b="b"/>
              <a:pathLst>
                <a:path w="1896110" h="558164">
                  <a:moveTo>
                    <a:pt x="0" y="93091"/>
                  </a:moveTo>
                  <a:lnTo>
                    <a:pt x="7366" y="56896"/>
                  </a:lnTo>
                  <a:lnTo>
                    <a:pt x="27305" y="27305"/>
                  </a:lnTo>
                  <a:lnTo>
                    <a:pt x="56896" y="7366"/>
                  </a:lnTo>
                  <a:lnTo>
                    <a:pt x="93091" y="0"/>
                  </a:lnTo>
                  <a:lnTo>
                    <a:pt x="1803019" y="0"/>
                  </a:lnTo>
                  <a:lnTo>
                    <a:pt x="1839214" y="7366"/>
                  </a:lnTo>
                  <a:lnTo>
                    <a:pt x="1868805" y="27305"/>
                  </a:lnTo>
                  <a:lnTo>
                    <a:pt x="1888744" y="56896"/>
                  </a:lnTo>
                  <a:lnTo>
                    <a:pt x="1896109" y="93091"/>
                  </a:lnTo>
                  <a:lnTo>
                    <a:pt x="1896109" y="465074"/>
                  </a:lnTo>
                  <a:lnTo>
                    <a:pt x="1888744" y="501396"/>
                  </a:lnTo>
                  <a:lnTo>
                    <a:pt x="1868805" y="530987"/>
                  </a:lnTo>
                  <a:lnTo>
                    <a:pt x="1839214" y="550926"/>
                  </a:lnTo>
                  <a:lnTo>
                    <a:pt x="1803019" y="558165"/>
                  </a:lnTo>
                  <a:lnTo>
                    <a:pt x="93091" y="558165"/>
                  </a:lnTo>
                  <a:lnTo>
                    <a:pt x="56896" y="550926"/>
                  </a:lnTo>
                  <a:lnTo>
                    <a:pt x="27305" y="530987"/>
                  </a:lnTo>
                  <a:lnTo>
                    <a:pt x="7366" y="501396"/>
                  </a:lnTo>
                  <a:lnTo>
                    <a:pt x="0" y="465074"/>
                  </a:lnTo>
                  <a:lnTo>
                    <a:pt x="0" y="93091"/>
                  </a:lnTo>
                  <a:close/>
                </a:path>
              </a:pathLst>
            </a:custGeom>
            <a:ln w="127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2708782" y="7074027"/>
            <a:ext cx="1921510" cy="598805"/>
            <a:chOff x="2708782" y="7074027"/>
            <a:chExt cx="1921510" cy="598805"/>
          </a:xfrm>
        </p:grpSpPr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8180" y="7104705"/>
              <a:ext cx="1911858" cy="567745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15132" y="7080377"/>
              <a:ext cx="1896110" cy="558165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2715132" y="7080377"/>
              <a:ext cx="1896110" cy="558165"/>
            </a:xfrm>
            <a:custGeom>
              <a:avLst/>
              <a:gdLst/>
              <a:ahLst/>
              <a:cxnLst/>
              <a:rect l="l" t="t" r="r" b="b"/>
              <a:pathLst>
                <a:path w="1896110" h="558165">
                  <a:moveTo>
                    <a:pt x="0" y="93091"/>
                  </a:moveTo>
                  <a:lnTo>
                    <a:pt x="7366" y="56896"/>
                  </a:lnTo>
                  <a:lnTo>
                    <a:pt x="27305" y="27305"/>
                  </a:lnTo>
                  <a:lnTo>
                    <a:pt x="56896" y="7366"/>
                  </a:lnTo>
                  <a:lnTo>
                    <a:pt x="93091" y="0"/>
                  </a:lnTo>
                  <a:lnTo>
                    <a:pt x="1803019" y="0"/>
                  </a:lnTo>
                  <a:lnTo>
                    <a:pt x="1839214" y="7366"/>
                  </a:lnTo>
                  <a:lnTo>
                    <a:pt x="1868805" y="27305"/>
                  </a:lnTo>
                  <a:lnTo>
                    <a:pt x="1888744" y="56896"/>
                  </a:lnTo>
                  <a:lnTo>
                    <a:pt x="1896109" y="93091"/>
                  </a:lnTo>
                  <a:lnTo>
                    <a:pt x="1896109" y="465074"/>
                  </a:lnTo>
                  <a:lnTo>
                    <a:pt x="1888744" y="501396"/>
                  </a:lnTo>
                  <a:lnTo>
                    <a:pt x="1868805" y="530987"/>
                  </a:lnTo>
                  <a:lnTo>
                    <a:pt x="1839214" y="550926"/>
                  </a:lnTo>
                  <a:lnTo>
                    <a:pt x="1803019" y="558165"/>
                  </a:lnTo>
                  <a:lnTo>
                    <a:pt x="93091" y="558165"/>
                  </a:lnTo>
                  <a:lnTo>
                    <a:pt x="56896" y="550926"/>
                  </a:lnTo>
                  <a:lnTo>
                    <a:pt x="27305" y="530987"/>
                  </a:lnTo>
                  <a:lnTo>
                    <a:pt x="7366" y="501396"/>
                  </a:lnTo>
                  <a:lnTo>
                    <a:pt x="0" y="465074"/>
                  </a:lnTo>
                  <a:lnTo>
                    <a:pt x="0" y="93091"/>
                  </a:lnTo>
                  <a:close/>
                </a:path>
              </a:pathLst>
            </a:custGeom>
            <a:ln w="127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2708782" y="8381618"/>
            <a:ext cx="1921510" cy="598805"/>
            <a:chOff x="2708782" y="8381618"/>
            <a:chExt cx="1921510" cy="598805"/>
          </a:xfrm>
        </p:grpSpPr>
        <p:pic>
          <p:nvPicPr>
            <p:cNvPr id="29" name="object 2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8180" y="8412297"/>
              <a:ext cx="1911858" cy="567745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15132" y="8387968"/>
              <a:ext cx="1896110" cy="558164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2715132" y="8387968"/>
              <a:ext cx="1896110" cy="558165"/>
            </a:xfrm>
            <a:custGeom>
              <a:avLst/>
              <a:gdLst/>
              <a:ahLst/>
              <a:cxnLst/>
              <a:rect l="l" t="t" r="r" b="b"/>
              <a:pathLst>
                <a:path w="1896110" h="558165">
                  <a:moveTo>
                    <a:pt x="0" y="93091"/>
                  </a:moveTo>
                  <a:lnTo>
                    <a:pt x="7366" y="56896"/>
                  </a:lnTo>
                  <a:lnTo>
                    <a:pt x="27305" y="27305"/>
                  </a:lnTo>
                  <a:lnTo>
                    <a:pt x="56896" y="7366"/>
                  </a:lnTo>
                  <a:lnTo>
                    <a:pt x="93091" y="0"/>
                  </a:lnTo>
                  <a:lnTo>
                    <a:pt x="1803019" y="0"/>
                  </a:lnTo>
                  <a:lnTo>
                    <a:pt x="1839214" y="7366"/>
                  </a:lnTo>
                  <a:lnTo>
                    <a:pt x="1868805" y="27305"/>
                  </a:lnTo>
                  <a:lnTo>
                    <a:pt x="1888744" y="56896"/>
                  </a:lnTo>
                  <a:lnTo>
                    <a:pt x="1896109" y="93091"/>
                  </a:lnTo>
                  <a:lnTo>
                    <a:pt x="1896109" y="465074"/>
                  </a:lnTo>
                  <a:lnTo>
                    <a:pt x="1888744" y="501396"/>
                  </a:lnTo>
                  <a:lnTo>
                    <a:pt x="1868805" y="530987"/>
                  </a:lnTo>
                  <a:lnTo>
                    <a:pt x="1839214" y="550926"/>
                  </a:lnTo>
                  <a:lnTo>
                    <a:pt x="1803019" y="558165"/>
                  </a:lnTo>
                  <a:lnTo>
                    <a:pt x="93091" y="558165"/>
                  </a:lnTo>
                  <a:lnTo>
                    <a:pt x="56896" y="550926"/>
                  </a:lnTo>
                  <a:lnTo>
                    <a:pt x="27305" y="530987"/>
                  </a:lnTo>
                  <a:lnTo>
                    <a:pt x="7366" y="501396"/>
                  </a:lnTo>
                  <a:lnTo>
                    <a:pt x="0" y="465074"/>
                  </a:lnTo>
                  <a:lnTo>
                    <a:pt x="0" y="93091"/>
                  </a:lnTo>
                  <a:close/>
                </a:path>
              </a:pathLst>
            </a:custGeom>
            <a:ln w="127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 descr=""/>
          <p:cNvGrpSpPr/>
          <p:nvPr/>
        </p:nvGrpSpPr>
        <p:grpSpPr>
          <a:xfrm>
            <a:off x="1327150" y="2956178"/>
            <a:ext cx="5049520" cy="7200900"/>
            <a:chOff x="1327150" y="2956178"/>
            <a:chExt cx="5049520" cy="7200900"/>
          </a:xfrm>
        </p:grpSpPr>
        <p:pic>
          <p:nvPicPr>
            <p:cNvPr id="33" name="object 3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2085" y="9588850"/>
              <a:ext cx="1911858" cy="567745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09036" y="9564522"/>
              <a:ext cx="1896110" cy="558165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2709036" y="9564522"/>
              <a:ext cx="1896110" cy="558165"/>
            </a:xfrm>
            <a:custGeom>
              <a:avLst/>
              <a:gdLst/>
              <a:ahLst/>
              <a:cxnLst/>
              <a:rect l="l" t="t" r="r" b="b"/>
              <a:pathLst>
                <a:path w="1896110" h="558165">
                  <a:moveTo>
                    <a:pt x="0" y="93027"/>
                  </a:moveTo>
                  <a:lnTo>
                    <a:pt x="7365" y="56819"/>
                  </a:lnTo>
                  <a:lnTo>
                    <a:pt x="27305" y="27254"/>
                  </a:lnTo>
                  <a:lnTo>
                    <a:pt x="56895" y="7315"/>
                  </a:lnTo>
                  <a:lnTo>
                    <a:pt x="93090" y="0"/>
                  </a:lnTo>
                  <a:lnTo>
                    <a:pt x="1803018" y="0"/>
                  </a:lnTo>
                  <a:lnTo>
                    <a:pt x="1839214" y="7315"/>
                  </a:lnTo>
                  <a:lnTo>
                    <a:pt x="1868804" y="27254"/>
                  </a:lnTo>
                  <a:lnTo>
                    <a:pt x="1888743" y="56819"/>
                  </a:lnTo>
                  <a:lnTo>
                    <a:pt x="1896110" y="93027"/>
                  </a:lnTo>
                  <a:lnTo>
                    <a:pt x="1896110" y="465137"/>
                  </a:lnTo>
                  <a:lnTo>
                    <a:pt x="1888743" y="501345"/>
                  </a:lnTo>
                  <a:lnTo>
                    <a:pt x="1868804" y="530910"/>
                  </a:lnTo>
                  <a:lnTo>
                    <a:pt x="1839214" y="550849"/>
                  </a:lnTo>
                  <a:lnTo>
                    <a:pt x="1803018" y="558165"/>
                  </a:lnTo>
                  <a:lnTo>
                    <a:pt x="93090" y="558165"/>
                  </a:lnTo>
                  <a:lnTo>
                    <a:pt x="56895" y="550849"/>
                  </a:lnTo>
                  <a:lnTo>
                    <a:pt x="27305" y="530910"/>
                  </a:lnTo>
                  <a:lnTo>
                    <a:pt x="7365" y="501345"/>
                  </a:lnTo>
                  <a:lnTo>
                    <a:pt x="0" y="465137"/>
                  </a:lnTo>
                  <a:lnTo>
                    <a:pt x="0" y="93027"/>
                  </a:lnTo>
                  <a:close/>
                </a:path>
              </a:pathLst>
            </a:custGeom>
            <a:ln w="12698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421892" y="2956178"/>
              <a:ext cx="4852035" cy="6914515"/>
            </a:xfrm>
            <a:custGeom>
              <a:avLst/>
              <a:gdLst/>
              <a:ahLst/>
              <a:cxnLst/>
              <a:rect l="l" t="t" r="r" b="b"/>
              <a:pathLst>
                <a:path w="4852035" h="6914515">
                  <a:moveTo>
                    <a:pt x="1307211" y="6829488"/>
                  </a:moveTo>
                  <a:lnTo>
                    <a:pt x="1278763" y="6839737"/>
                  </a:lnTo>
                  <a:lnTo>
                    <a:pt x="40640" y="3407664"/>
                  </a:lnTo>
                  <a:lnTo>
                    <a:pt x="1251458" y="5653659"/>
                  </a:lnTo>
                  <a:lnTo>
                    <a:pt x="1224915" y="5667883"/>
                  </a:lnTo>
                  <a:lnTo>
                    <a:pt x="1294638" y="5716905"/>
                  </a:lnTo>
                  <a:lnTo>
                    <a:pt x="1291971" y="5631815"/>
                  </a:lnTo>
                  <a:lnTo>
                    <a:pt x="1265555" y="5646039"/>
                  </a:lnTo>
                  <a:lnTo>
                    <a:pt x="38227" y="3369564"/>
                  </a:lnTo>
                  <a:lnTo>
                    <a:pt x="1231519" y="4383913"/>
                  </a:lnTo>
                  <a:lnTo>
                    <a:pt x="1211961" y="4406900"/>
                  </a:lnTo>
                  <a:lnTo>
                    <a:pt x="1294638" y="4427220"/>
                  </a:lnTo>
                  <a:lnTo>
                    <a:pt x="1261237" y="4348861"/>
                  </a:lnTo>
                  <a:lnTo>
                    <a:pt x="1241679" y="4371848"/>
                  </a:lnTo>
                  <a:lnTo>
                    <a:pt x="27559" y="3339846"/>
                  </a:lnTo>
                  <a:lnTo>
                    <a:pt x="1223645" y="2993009"/>
                  </a:lnTo>
                  <a:lnTo>
                    <a:pt x="1232027" y="3021965"/>
                  </a:lnTo>
                  <a:lnTo>
                    <a:pt x="1294638" y="2964180"/>
                  </a:lnTo>
                  <a:lnTo>
                    <a:pt x="1210818" y="2948813"/>
                  </a:lnTo>
                  <a:lnTo>
                    <a:pt x="1219200" y="2977769"/>
                  </a:lnTo>
                  <a:lnTo>
                    <a:pt x="30353" y="3322574"/>
                  </a:lnTo>
                  <a:lnTo>
                    <a:pt x="1257935" y="1539875"/>
                  </a:lnTo>
                  <a:lnTo>
                    <a:pt x="1282827" y="1557020"/>
                  </a:lnTo>
                  <a:lnTo>
                    <a:pt x="1294638" y="1472565"/>
                  </a:lnTo>
                  <a:lnTo>
                    <a:pt x="1220089" y="1513713"/>
                  </a:lnTo>
                  <a:lnTo>
                    <a:pt x="1244854" y="1530858"/>
                  </a:lnTo>
                  <a:lnTo>
                    <a:pt x="42545" y="3276981"/>
                  </a:lnTo>
                  <a:lnTo>
                    <a:pt x="1274699" y="74041"/>
                  </a:lnTo>
                  <a:lnTo>
                    <a:pt x="1302893" y="84836"/>
                  </a:lnTo>
                  <a:lnTo>
                    <a:pt x="1294638" y="0"/>
                  </a:lnTo>
                  <a:lnTo>
                    <a:pt x="1231773" y="57531"/>
                  </a:lnTo>
                  <a:lnTo>
                    <a:pt x="1259840" y="68326"/>
                  </a:lnTo>
                  <a:lnTo>
                    <a:pt x="3937" y="3333496"/>
                  </a:lnTo>
                  <a:lnTo>
                    <a:pt x="11303" y="3336417"/>
                  </a:lnTo>
                  <a:lnTo>
                    <a:pt x="4318" y="3340100"/>
                  </a:lnTo>
                  <a:lnTo>
                    <a:pt x="0" y="3341751"/>
                  </a:lnTo>
                  <a:lnTo>
                    <a:pt x="1263904" y="6845097"/>
                  </a:lnTo>
                  <a:lnTo>
                    <a:pt x="1235456" y="6855346"/>
                  </a:lnTo>
                  <a:lnTo>
                    <a:pt x="1297178" y="6914096"/>
                  </a:lnTo>
                  <a:lnTo>
                    <a:pt x="1307211" y="6829488"/>
                  </a:lnTo>
                  <a:close/>
                </a:path>
                <a:path w="4852035" h="6914515">
                  <a:moveTo>
                    <a:pt x="4851527" y="3240659"/>
                  </a:moveTo>
                  <a:lnTo>
                    <a:pt x="4850130" y="3240024"/>
                  </a:lnTo>
                  <a:lnTo>
                    <a:pt x="4850257" y="3239770"/>
                  </a:lnTo>
                  <a:lnTo>
                    <a:pt x="4843653" y="3235452"/>
                  </a:lnTo>
                  <a:lnTo>
                    <a:pt x="4850638" y="3231642"/>
                  </a:lnTo>
                  <a:lnTo>
                    <a:pt x="3232912" y="112268"/>
                  </a:lnTo>
                  <a:lnTo>
                    <a:pt x="3259709" y="98425"/>
                  </a:lnTo>
                  <a:lnTo>
                    <a:pt x="3190748" y="48260"/>
                  </a:lnTo>
                  <a:lnTo>
                    <a:pt x="3192018" y="133477"/>
                  </a:lnTo>
                  <a:lnTo>
                    <a:pt x="3218815" y="119634"/>
                  </a:lnTo>
                  <a:lnTo>
                    <a:pt x="4810125" y="3187954"/>
                  </a:lnTo>
                  <a:lnTo>
                    <a:pt x="3248660" y="1522730"/>
                  </a:lnTo>
                  <a:lnTo>
                    <a:pt x="3270631" y="1502156"/>
                  </a:lnTo>
                  <a:lnTo>
                    <a:pt x="3190748" y="1472565"/>
                  </a:lnTo>
                  <a:lnTo>
                    <a:pt x="3215132" y="1554226"/>
                  </a:lnTo>
                  <a:lnTo>
                    <a:pt x="3236976" y="1533652"/>
                  </a:lnTo>
                  <a:lnTo>
                    <a:pt x="4821809" y="3223768"/>
                  </a:lnTo>
                  <a:lnTo>
                    <a:pt x="3267329" y="2968752"/>
                  </a:lnTo>
                  <a:lnTo>
                    <a:pt x="3272155" y="2938907"/>
                  </a:lnTo>
                  <a:lnTo>
                    <a:pt x="3190748" y="2964180"/>
                  </a:lnTo>
                  <a:lnTo>
                    <a:pt x="3259836" y="3014091"/>
                  </a:lnTo>
                  <a:lnTo>
                    <a:pt x="3264662" y="2984373"/>
                  </a:lnTo>
                  <a:lnTo>
                    <a:pt x="4823460" y="3240151"/>
                  </a:lnTo>
                  <a:lnTo>
                    <a:pt x="3247898" y="4376293"/>
                  </a:lnTo>
                  <a:lnTo>
                    <a:pt x="3230245" y="4351782"/>
                  </a:lnTo>
                  <a:lnTo>
                    <a:pt x="3190748" y="4427220"/>
                  </a:lnTo>
                  <a:lnTo>
                    <a:pt x="3274822" y="4413631"/>
                  </a:lnTo>
                  <a:lnTo>
                    <a:pt x="3257169" y="4389120"/>
                  </a:lnTo>
                  <a:lnTo>
                    <a:pt x="4812792" y="3267456"/>
                  </a:lnTo>
                  <a:lnTo>
                    <a:pt x="3226308" y="5649087"/>
                  </a:lnTo>
                  <a:lnTo>
                    <a:pt x="3201289" y="5632450"/>
                  </a:lnTo>
                  <a:lnTo>
                    <a:pt x="3190748" y="5716905"/>
                  </a:lnTo>
                  <a:lnTo>
                    <a:pt x="3264662" y="5674614"/>
                  </a:lnTo>
                  <a:lnTo>
                    <a:pt x="3239516" y="5657977"/>
                  </a:lnTo>
                  <a:lnTo>
                    <a:pt x="4801997" y="3312287"/>
                  </a:lnTo>
                  <a:lnTo>
                    <a:pt x="3217291" y="6840741"/>
                  </a:lnTo>
                  <a:lnTo>
                    <a:pt x="3189732" y="6828358"/>
                  </a:lnTo>
                  <a:lnTo>
                    <a:pt x="3193288" y="6913473"/>
                  </a:lnTo>
                  <a:lnTo>
                    <a:pt x="3259201" y="6859575"/>
                  </a:lnTo>
                  <a:lnTo>
                    <a:pt x="3231769" y="6847243"/>
                  </a:lnTo>
                  <a:lnTo>
                    <a:pt x="4851527" y="3240659"/>
                  </a:lnTo>
                  <a:close/>
                </a:path>
              </a:pathLst>
            </a:custGeom>
            <a:solidFill>
              <a:srgbClr val="739CC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47765" y="6153784"/>
              <a:ext cx="128803" cy="144017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36970" y="6131813"/>
              <a:ext cx="125095" cy="139064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37437" y="6214770"/>
              <a:ext cx="128803" cy="140944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27150" y="6191503"/>
              <a:ext cx="125094" cy="139064"/>
            </a:xfrm>
            <a:prstGeom prst="rect">
              <a:avLst/>
            </a:prstGeom>
          </p:spPr>
        </p:pic>
      </p:grpSp>
      <p:grpSp>
        <p:nvGrpSpPr>
          <p:cNvPr id="41" name="object 41" descr=""/>
          <p:cNvGrpSpPr/>
          <p:nvPr/>
        </p:nvGrpSpPr>
        <p:grpSpPr>
          <a:xfrm>
            <a:off x="304800" y="10161523"/>
            <a:ext cx="226060" cy="224790"/>
            <a:chOff x="304800" y="10161523"/>
            <a:chExt cx="226060" cy="224790"/>
          </a:xfrm>
        </p:grpSpPr>
        <p:sp>
          <p:nvSpPr>
            <p:cNvPr id="42" name="object 42" descr=""/>
            <p:cNvSpPr/>
            <p:nvPr/>
          </p:nvSpPr>
          <p:spPr>
            <a:xfrm>
              <a:off x="344728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129540"/>
                  </a:moveTo>
                  <a:lnTo>
                    <a:pt x="56388" y="129540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623" y="185420"/>
                  </a:lnTo>
                  <a:lnTo>
                    <a:pt x="185623" y="12954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04800" y="10161523"/>
              <a:ext cx="226060" cy="224790"/>
            </a:xfrm>
            <a:custGeom>
              <a:avLst/>
              <a:gdLst/>
              <a:ahLst/>
              <a:cxnLst/>
              <a:rect l="l" t="t" r="r" b="b"/>
              <a:pathLst>
                <a:path w="226059" h="224790">
                  <a:moveTo>
                    <a:pt x="135940" y="29210"/>
                  </a:moveTo>
                  <a:lnTo>
                    <a:pt x="6705" y="29210"/>
                  </a:lnTo>
                  <a:lnTo>
                    <a:pt x="6705" y="0"/>
                  </a:lnTo>
                  <a:lnTo>
                    <a:pt x="0" y="0"/>
                  </a:lnTo>
                  <a:lnTo>
                    <a:pt x="0" y="29210"/>
                  </a:lnTo>
                  <a:lnTo>
                    <a:pt x="0" y="36830"/>
                  </a:lnTo>
                  <a:lnTo>
                    <a:pt x="135940" y="36830"/>
                  </a:lnTo>
                  <a:lnTo>
                    <a:pt x="135940" y="29210"/>
                  </a:lnTo>
                  <a:close/>
                </a:path>
                <a:path w="226059" h="224790">
                  <a:moveTo>
                    <a:pt x="225552" y="218440"/>
                  </a:moveTo>
                  <a:lnTo>
                    <a:pt x="185623" y="218440"/>
                  </a:lnTo>
                  <a:lnTo>
                    <a:pt x="185623" y="86360"/>
                  </a:lnTo>
                  <a:lnTo>
                    <a:pt x="185623" y="78740"/>
                  </a:lnTo>
                  <a:lnTo>
                    <a:pt x="146608" y="78740"/>
                  </a:lnTo>
                  <a:lnTo>
                    <a:pt x="146608" y="29210"/>
                  </a:lnTo>
                  <a:lnTo>
                    <a:pt x="139293" y="29210"/>
                  </a:lnTo>
                  <a:lnTo>
                    <a:pt x="139293" y="78740"/>
                  </a:lnTo>
                  <a:lnTo>
                    <a:pt x="0" y="78740"/>
                  </a:lnTo>
                  <a:lnTo>
                    <a:pt x="0" y="8636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135940" y="224790"/>
                  </a:lnTo>
                  <a:lnTo>
                    <a:pt x="135940" y="218440"/>
                  </a:lnTo>
                  <a:lnTo>
                    <a:pt x="6705" y="218440"/>
                  </a:lnTo>
                  <a:lnTo>
                    <a:pt x="6705" y="86360"/>
                  </a:lnTo>
                  <a:lnTo>
                    <a:pt x="139293" y="86360"/>
                  </a:lnTo>
                  <a:lnTo>
                    <a:pt x="139293" y="218440"/>
                  </a:lnTo>
                  <a:lnTo>
                    <a:pt x="139293" y="224790"/>
                  </a:lnTo>
                  <a:lnTo>
                    <a:pt x="146608" y="224790"/>
                  </a:lnTo>
                  <a:lnTo>
                    <a:pt x="146608" y="218440"/>
                  </a:lnTo>
                  <a:lnTo>
                    <a:pt x="146608" y="86360"/>
                  </a:lnTo>
                  <a:lnTo>
                    <a:pt x="179222" y="86360"/>
                  </a:lnTo>
                  <a:lnTo>
                    <a:pt x="179222" y="218440"/>
                  </a:lnTo>
                  <a:lnTo>
                    <a:pt x="179222" y="224790"/>
                  </a:lnTo>
                  <a:lnTo>
                    <a:pt x="225552" y="224790"/>
                  </a:lnTo>
                  <a:lnTo>
                    <a:pt x="225552" y="2184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" name="object 44" descr=""/>
          <p:cNvGrpSpPr/>
          <p:nvPr/>
        </p:nvGrpSpPr>
        <p:grpSpPr>
          <a:xfrm>
            <a:off x="304800" y="303783"/>
            <a:ext cx="226060" cy="226060"/>
            <a:chOff x="304800" y="303783"/>
            <a:chExt cx="226060" cy="226060"/>
          </a:xfrm>
        </p:grpSpPr>
        <p:sp>
          <p:nvSpPr>
            <p:cNvPr id="45" name="object 45" descr=""/>
            <p:cNvSpPr/>
            <p:nvPr/>
          </p:nvSpPr>
          <p:spPr>
            <a:xfrm>
              <a:off x="344728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0" y="185420"/>
                  </a:lnTo>
                  <a:lnTo>
                    <a:pt x="56388" y="185420"/>
                  </a:lnTo>
                  <a:lnTo>
                    <a:pt x="56388" y="55880"/>
                  </a:lnTo>
                  <a:lnTo>
                    <a:pt x="185623" y="55880"/>
                  </a:lnTo>
                  <a:lnTo>
                    <a:pt x="18562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04800" y="303783"/>
              <a:ext cx="226060" cy="226060"/>
            </a:xfrm>
            <a:custGeom>
              <a:avLst/>
              <a:gdLst/>
              <a:ahLst/>
              <a:cxnLst/>
              <a:rect l="l" t="t" r="r" b="b"/>
              <a:pathLst>
                <a:path w="226059" h="226059">
                  <a:moveTo>
                    <a:pt x="195681" y="139700"/>
                  </a:moveTo>
                  <a:lnTo>
                    <a:pt x="146608" y="139700"/>
                  </a:lnTo>
                  <a:lnTo>
                    <a:pt x="146608" y="135890"/>
                  </a:lnTo>
                  <a:lnTo>
                    <a:pt x="146608" y="7620"/>
                  </a:lnTo>
                  <a:lnTo>
                    <a:pt x="146608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135890"/>
                  </a:lnTo>
                  <a:lnTo>
                    <a:pt x="6705" y="135890"/>
                  </a:lnTo>
                  <a:lnTo>
                    <a:pt x="6705" y="7620"/>
                  </a:lnTo>
                  <a:lnTo>
                    <a:pt x="139293" y="7620"/>
                  </a:lnTo>
                  <a:lnTo>
                    <a:pt x="139293" y="135890"/>
                  </a:lnTo>
                  <a:lnTo>
                    <a:pt x="139293" y="139700"/>
                  </a:lnTo>
                  <a:lnTo>
                    <a:pt x="0" y="139700"/>
                  </a:lnTo>
                  <a:lnTo>
                    <a:pt x="0" y="147320"/>
                  </a:lnTo>
                  <a:lnTo>
                    <a:pt x="139293" y="147320"/>
                  </a:lnTo>
                  <a:lnTo>
                    <a:pt x="139293" y="179070"/>
                  </a:lnTo>
                  <a:lnTo>
                    <a:pt x="0" y="179070"/>
                  </a:lnTo>
                  <a:lnTo>
                    <a:pt x="0" y="186690"/>
                  </a:lnTo>
                  <a:lnTo>
                    <a:pt x="0" y="226060"/>
                  </a:lnTo>
                  <a:lnTo>
                    <a:pt x="6705" y="226060"/>
                  </a:lnTo>
                  <a:lnTo>
                    <a:pt x="6705" y="186690"/>
                  </a:lnTo>
                  <a:lnTo>
                    <a:pt x="146608" y="186690"/>
                  </a:lnTo>
                  <a:lnTo>
                    <a:pt x="146608" y="179070"/>
                  </a:lnTo>
                  <a:lnTo>
                    <a:pt x="146608" y="147320"/>
                  </a:lnTo>
                  <a:lnTo>
                    <a:pt x="195681" y="147320"/>
                  </a:lnTo>
                  <a:lnTo>
                    <a:pt x="195681" y="139700"/>
                  </a:lnTo>
                  <a:close/>
                </a:path>
                <a:path w="226059" h="226059">
                  <a:moveTo>
                    <a:pt x="225552" y="0"/>
                  </a:moveTo>
                  <a:lnTo>
                    <a:pt x="188976" y="0"/>
                  </a:lnTo>
                  <a:lnTo>
                    <a:pt x="188976" y="7620"/>
                  </a:lnTo>
                  <a:lnTo>
                    <a:pt x="188976" y="135890"/>
                  </a:lnTo>
                  <a:lnTo>
                    <a:pt x="195681" y="135890"/>
                  </a:lnTo>
                  <a:lnTo>
                    <a:pt x="195681" y="7620"/>
                  </a:lnTo>
                  <a:lnTo>
                    <a:pt x="225552" y="7620"/>
                  </a:lnTo>
                  <a:lnTo>
                    <a:pt x="2255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 descr=""/>
          <p:cNvGrpSpPr/>
          <p:nvPr/>
        </p:nvGrpSpPr>
        <p:grpSpPr>
          <a:xfrm>
            <a:off x="533704" y="10290682"/>
            <a:ext cx="6491605" cy="96520"/>
            <a:chOff x="533704" y="10290682"/>
            <a:chExt cx="6491605" cy="96520"/>
          </a:xfrm>
        </p:grpSpPr>
        <p:sp>
          <p:nvSpPr>
            <p:cNvPr id="48" name="object 48" descr=""/>
            <p:cNvSpPr/>
            <p:nvPr/>
          </p:nvSpPr>
          <p:spPr>
            <a:xfrm>
              <a:off x="53370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3370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6535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76535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99700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99700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22895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22895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460626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460626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69227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69227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92392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92392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15582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15582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38747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38747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61912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61912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2851149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2851149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082798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3082798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31444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31444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354609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354609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377799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77799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400964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400964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424129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424129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447319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447319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470484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470484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4936489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4936489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5168137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5168137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5400167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5400167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563181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563181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586346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586346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609536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609536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632701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632701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6558661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6558661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6793737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6793737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4" name="object 104" descr=""/>
          <p:cNvGrpSpPr/>
          <p:nvPr/>
        </p:nvGrpSpPr>
        <p:grpSpPr>
          <a:xfrm>
            <a:off x="533704" y="304190"/>
            <a:ext cx="6491605" cy="96520"/>
            <a:chOff x="533704" y="304190"/>
            <a:chExt cx="6491605" cy="96520"/>
          </a:xfrm>
        </p:grpSpPr>
        <p:sp>
          <p:nvSpPr>
            <p:cNvPr id="105" name="object 105" descr=""/>
            <p:cNvSpPr/>
            <p:nvPr/>
          </p:nvSpPr>
          <p:spPr>
            <a:xfrm>
              <a:off x="53370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53370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76535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76535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99700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99700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22895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22895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460626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460626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69227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69227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92392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92392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215582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215582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238747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238747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261912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261912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2851149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2851149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3082798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3082798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331444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331444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354609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354609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377799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377799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400964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400964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424129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424129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447319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447319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470484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470484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4936489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4936489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5168137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5168137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5400167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5400167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563181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563181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586346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586346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609536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609536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632701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632701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6558661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6558661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6793737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6793737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1" name="object 161" descr=""/>
          <p:cNvGrpSpPr/>
          <p:nvPr/>
        </p:nvGrpSpPr>
        <p:grpSpPr>
          <a:xfrm>
            <a:off x="7028433" y="10161523"/>
            <a:ext cx="225425" cy="224790"/>
            <a:chOff x="7028433" y="10161523"/>
            <a:chExt cx="225425" cy="224790"/>
          </a:xfrm>
        </p:grpSpPr>
        <p:sp>
          <p:nvSpPr>
            <p:cNvPr id="162" name="object 162" descr=""/>
            <p:cNvSpPr/>
            <p:nvPr/>
          </p:nvSpPr>
          <p:spPr>
            <a:xfrm>
              <a:off x="7028434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10" y="0"/>
                  </a:moveTo>
                  <a:lnTo>
                    <a:pt x="129159" y="0"/>
                  </a:lnTo>
                  <a:lnTo>
                    <a:pt x="129159" y="12954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597" y="185420"/>
                  </a:lnTo>
                  <a:lnTo>
                    <a:pt x="185597" y="129540"/>
                  </a:lnTo>
                  <a:lnTo>
                    <a:pt x="18561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7028434" y="10161523"/>
              <a:ext cx="225425" cy="224790"/>
            </a:xfrm>
            <a:custGeom>
              <a:avLst/>
              <a:gdLst/>
              <a:ahLst/>
              <a:cxnLst/>
              <a:rect l="l" t="t" r="r" b="b"/>
              <a:pathLst>
                <a:path w="225425" h="224790">
                  <a:moveTo>
                    <a:pt x="36258" y="218440"/>
                  </a:moveTo>
                  <a:lnTo>
                    <a:pt x="36245" y="88900"/>
                  </a:lnTo>
                  <a:lnTo>
                    <a:pt x="29845" y="88900"/>
                  </a:lnTo>
                  <a:lnTo>
                    <a:pt x="29845" y="21844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36258" y="224790"/>
                  </a:lnTo>
                  <a:lnTo>
                    <a:pt x="36258" y="218440"/>
                  </a:lnTo>
                  <a:close/>
                </a:path>
                <a:path w="225425" h="224790">
                  <a:moveTo>
                    <a:pt x="225171" y="0"/>
                  </a:moveTo>
                  <a:lnTo>
                    <a:pt x="218821" y="0"/>
                  </a:lnTo>
                  <a:lnTo>
                    <a:pt x="218821" y="39370"/>
                  </a:lnTo>
                  <a:lnTo>
                    <a:pt x="79502" y="39370"/>
                  </a:lnTo>
                  <a:lnTo>
                    <a:pt x="79502" y="45720"/>
                  </a:lnTo>
                  <a:lnTo>
                    <a:pt x="79502" y="78740"/>
                  </a:lnTo>
                  <a:lnTo>
                    <a:pt x="29845" y="78740"/>
                  </a:lnTo>
                  <a:lnTo>
                    <a:pt x="29845" y="86360"/>
                  </a:lnTo>
                  <a:lnTo>
                    <a:pt x="79502" y="86360"/>
                  </a:lnTo>
                  <a:lnTo>
                    <a:pt x="79502" y="88900"/>
                  </a:lnTo>
                  <a:lnTo>
                    <a:pt x="79502" y="218440"/>
                  </a:lnTo>
                  <a:lnTo>
                    <a:pt x="79502" y="224790"/>
                  </a:lnTo>
                  <a:lnTo>
                    <a:pt x="225171" y="224790"/>
                  </a:lnTo>
                  <a:lnTo>
                    <a:pt x="225171" y="218440"/>
                  </a:lnTo>
                  <a:lnTo>
                    <a:pt x="225171" y="88900"/>
                  </a:lnTo>
                  <a:lnTo>
                    <a:pt x="218821" y="88900"/>
                  </a:lnTo>
                  <a:lnTo>
                    <a:pt x="218821" y="218440"/>
                  </a:lnTo>
                  <a:lnTo>
                    <a:pt x="86741" y="218440"/>
                  </a:lnTo>
                  <a:lnTo>
                    <a:pt x="86741" y="88900"/>
                  </a:lnTo>
                  <a:lnTo>
                    <a:pt x="86741" y="86360"/>
                  </a:lnTo>
                  <a:lnTo>
                    <a:pt x="225171" y="86360"/>
                  </a:lnTo>
                  <a:lnTo>
                    <a:pt x="225171" y="78740"/>
                  </a:lnTo>
                  <a:lnTo>
                    <a:pt x="86741" y="78740"/>
                  </a:lnTo>
                  <a:lnTo>
                    <a:pt x="86741" y="45720"/>
                  </a:lnTo>
                  <a:lnTo>
                    <a:pt x="225171" y="45720"/>
                  </a:lnTo>
                  <a:lnTo>
                    <a:pt x="225171" y="3937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4" name="object 164" descr=""/>
          <p:cNvGrpSpPr/>
          <p:nvPr/>
        </p:nvGrpSpPr>
        <p:grpSpPr>
          <a:xfrm>
            <a:off x="7028433" y="303783"/>
            <a:ext cx="225425" cy="9855200"/>
            <a:chOff x="7028433" y="303783"/>
            <a:chExt cx="225425" cy="9855200"/>
          </a:xfrm>
        </p:grpSpPr>
        <p:sp>
          <p:nvSpPr>
            <p:cNvPr id="165" name="object 165" descr=""/>
            <p:cNvSpPr/>
            <p:nvPr/>
          </p:nvSpPr>
          <p:spPr>
            <a:xfrm>
              <a:off x="7028434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48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129159" y="55880"/>
                  </a:lnTo>
                  <a:lnTo>
                    <a:pt x="129159" y="185420"/>
                  </a:lnTo>
                  <a:lnTo>
                    <a:pt x="185585" y="185420"/>
                  </a:lnTo>
                  <a:lnTo>
                    <a:pt x="185585" y="55880"/>
                  </a:lnTo>
                  <a:lnTo>
                    <a:pt x="18564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7028434" y="303783"/>
              <a:ext cx="225425" cy="226060"/>
            </a:xfrm>
            <a:custGeom>
              <a:avLst/>
              <a:gdLst/>
              <a:ahLst/>
              <a:cxnLst/>
              <a:rect l="l" t="t" r="r" b="b"/>
              <a:pathLst>
                <a:path w="225425" h="226059">
                  <a:moveTo>
                    <a:pt x="225171" y="189230"/>
                  </a:moveTo>
                  <a:lnTo>
                    <a:pt x="89281" y="189230"/>
                  </a:lnTo>
                  <a:lnTo>
                    <a:pt x="89281" y="195580"/>
                  </a:lnTo>
                  <a:lnTo>
                    <a:pt x="218821" y="195580"/>
                  </a:lnTo>
                  <a:lnTo>
                    <a:pt x="218821" y="226060"/>
                  </a:lnTo>
                  <a:lnTo>
                    <a:pt x="225171" y="226060"/>
                  </a:lnTo>
                  <a:lnTo>
                    <a:pt x="225171" y="195580"/>
                  </a:lnTo>
                  <a:lnTo>
                    <a:pt x="225171" y="189230"/>
                  </a:lnTo>
                  <a:close/>
                </a:path>
                <a:path w="225425" h="226059">
                  <a:moveTo>
                    <a:pt x="225234" y="7620"/>
                  </a:moveTo>
                  <a:lnTo>
                    <a:pt x="225171" y="0"/>
                  </a:lnTo>
                  <a:lnTo>
                    <a:pt x="89281" y="0"/>
                  </a:lnTo>
                  <a:lnTo>
                    <a:pt x="89281" y="7620"/>
                  </a:lnTo>
                  <a:lnTo>
                    <a:pt x="218821" y="7620"/>
                  </a:lnTo>
                  <a:lnTo>
                    <a:pt x="218821" y="139700"/>
                  </a:lnTo>
                  <a:lnTo>
                    <a:pt x="86741" y="139700"/>
                  </a:lnTo>
                  <a:lnTo>
                    <a:pt x="86741" y="7620"/>
                  </a:lnTo>
                  <a:lnTo>
                    <a:pt x="86741" y="0"/>
                  </a:lnTo>
                  <a:lnTo>
                    <a:pt x="79502" y="0"/>
                  </a:lnTo>
                  <a:lnTo>
                    <a:pt x="79502" y="7620"/>
                  </a:lnTo>
                  <a:lnTo>
                    <a:pt x="79502" y="139700"/>
                  </a:lnTo>
                  <a:lnTo>
                    <a:pt x="46355" y="139700"/>
                  </a:lnTo>
                  <a:lnTo>
                    <a:pt x="46355" y="7620"/>
                  </a:lnTo>
                  <a:lnTo>
                    <a:pt x="46355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39624" y="7620"/>
                  </a:lnTo>
                  <a:lnTo>
                    <a:pt x="39624" y="139700"/>
                  </a:lnTo>
                  <a:lnTo>
                    <a:pt x="39624" y="147320"/>
                  </a:lnTo>
                  <a:lnTo>
                    <a:pt x="79502" y="147320"/>
                  </a:lnTo>
                  <a:lnTo>
                    <a:pt x="79502" y="195580"/>
                  </a:lnTo>
                  <a:lnTo>
                    <a:pt x="86741" y="195580"/>
                  </a:lnTo>
                  <a:lnTo>
                    <a:pt x="86741" y="147320"/>
                  </a:lnTo>
                  <a:lnTo>
                    <a:pt x="225221" y="147320"/>
                  </a:lnTo>
                  <a:lnTo>
                    <a:pt x="225221" y="139700"/>
                  </a:lnTo>
                  <a:lnTo>
                    <a:pt x="225234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7157592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7247254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7157592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7247254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7157592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7247254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7157592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7247254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7157592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7247254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7157592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7247254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7157592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7247254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7157592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7247254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7157592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7247254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7157592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7247254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7157592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7247254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7157592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7247254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7157592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7247254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7157592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7247254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7157592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7247254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7157592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7247254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7157592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7247254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7157592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7247254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7157592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7247254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7157592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7247254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7157592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7247254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7157592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7247254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7157592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7247254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7157592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7247254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7157592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7247254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7157592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7247254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7157592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7247254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7157592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7247254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7157592" y="7106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7247254" y="7106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7157592" y="734105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7247254" y="734105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7157592" y="757575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7247254" y="757575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7157592" y="7810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7247254" y="7810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7157592" y="8045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7247254" y="8045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7157592" y="8280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7247254" y="8280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7157592" y="85149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7247254" y="85149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7157592" y="874956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7247254" y="874956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7157592" y="898425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7247254" y="898425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7157592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7247254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7157592" y="945400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7247254" y="945400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7157592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7247254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7157592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5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7247254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4" h="235584">
                  <a:moveTo>
                    <a:pt x="6400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400" y="235305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9" name="object 249" descr=""/>
          <p:cNvGrpSpPr/>
          <p:nvPr/>
        </p:nvGrpSpPr>
        <p:grpSpPr>
          <a:xfrm>
            <a:off x="304800" y="533094"/>
            <a:ext cx="96520" cy="9625965"/>
            <a:chOff x="304800" y="533094"/>
            <a:chExt cx="96520" cy="9625965"/>
          </a:xfrm>
        </p:grpSpPr>
        <p:sp>
          <p:nvSpPr>
            <p:cNvPr id="250" name="object 250" descr=""/>
            <p:cNvSpPr/>
            <p:nvPr/>
          </p:nvSpPr>
          <p:spPr>
            <a:xfrm>
              <a:off x="344728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304800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344728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304800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344728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304800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344728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304800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344728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304800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344728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304800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344728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304800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344728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304800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344728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304800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344728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304800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344728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304800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344728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304800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344728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304800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344728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304800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344728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304800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344728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304800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344728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304800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344728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304800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344728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304800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344728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304800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344728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304800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344728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304800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344728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304800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344728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304800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344728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304800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344728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304800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344728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304800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344728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304800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344728" y="71063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304800" y="71063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344728" y="734105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304800" y="734105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344728" y="757575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304800" y="757575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344728" y="7810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304800" y="7810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344728" y="80455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304800" y="80455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344728" y="828022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304800" y="828022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344728" y="851491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304800" y="851491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344728" y="874956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304800" y="874956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344728" y="89842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304800" y="89842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344728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304800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344728" y="945400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304800" y="945400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344728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304800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344728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4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304800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5" h="235584">
                  <a:moveTo>
                    <a:pt x="6704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704" y="235305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2" name="object 332" descr=""/>
          <p:cNvSpPr txBox="1"/>
          <p:nvPr/>
        </p:nvSpPr>
        <p:spPr>
          <a:xfrm>
            <a:off x="1582038" y="1493647"/>
            <a:ext cx="224028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1140" indent="-218440">
              <a:lnSpc>
                <a:spcPct val="100000"/>
              </a:lnSpc>
              <a:spcBef>
                <a:spcPts val="105"/>
              </a:spcBef>
              <a:buClr>
                <a:srgbClr val="1F1F1F"/>
              </a:buClr>
              <a:buFont typeface="Symbol"/>
              <a:buChar char=""/>
              <a:tabLst>
                <a:tab pos="231140" algn="l"/>
              </a:tabLst>
            </a:pPr>
            <a:r>
              <a:rPr dirty="0" u="sng" sz="160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USECASE</a:t>
            </a:r>
            <a:r>
              <a:rPr dirty="0" u="sng" sz="1600" spc="-7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spc="-10" b="1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DIAGRAM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3" name="object 333" descr=""/>
          <p:cNvSpPr txBox="1"/>
          <p:nvPr/>
        </p:nvSpPr>
        <p:spPr>
          <a:xfrm>
            <a:off x="3003042" y="2764916"/>
            <a:ext cx="134366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>
                <a:latin typeface="Calibri"/>
                <a:cs typeface="Calibri"/>
              </a:rPr>
              <a:t>Employee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4" name="object 334" descr=""/>
          <p:cNvSpPr txBox="1"/>
          <p:nvPr/>
        </p:nvSpPr>
        <p:spPr>
          <a:xfrm>
            <a:off x="3067050" y="4216146"/>
            <a:ext cx="121285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libri"/>
                <a:cs typeface="Calibri"/>
              </a:rPr>
              <a:t>Add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employee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5" name="object 335" descr=""/>
          <p:cNvSpPr txBox="1"/>
          <p:nvPr/>
        </p:nvSpPr>
        <p:spPr>
          <a:xfrm>
            <a:off x="3234689" y="5713221"/>
            <a:ext cx="880744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Calibri"/>
                <a:cs typeface="Calibri"/>
              </a:rPr>
              <a:t>Add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salary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6" name="object 336" descr=""/>
          <p:cNvSpPr txBox="1"/>
          <p:nvPr/>
        </p:nvSpPr>
        <p:spPr>
          <a:xfrm>
            <a:off x="2902457" y="7143114"/>
            <a:ext cx="153606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>
                <a:latin typeface="Calibri"/>
                <a:cs typeface="Calibri"/>
              </a:rPr>
              <a:t>Employee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account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7" name="object 337" descr=""/>
          <p:cNvSpPr txBox="1"/>
          <p:nvPr/>
        </p:nvSpPr>
        <p:spPr>
          <a:xfrm>
            <a:off x="3439159" y="8450960"/>
            <a:ext cx="46482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>
                <a:latin typeface="Calibri"/>
                <a:cs typeface="Calibri"/>
              </a:rPr>
              <a:t>Login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8" name="object 338" descr=""/>
          <p:cNvSpPr txBox="1"/>
          <p:nvPr/>
        </p:nvSpPr>
        <p:spPr>
          <a:xfrm>
            <a:off x="3134105" y="9618674"/>
            <a:ext cx="105410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>
                <a:latin typeface="Calibri"/>
                <a:cs typeface="Calibri"/>
              </a:rPr>
              <a:t>Employee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104254" y="2456179"/>
            <a:ext cx="311785" cy="6807200"/>
            <a:chOff x="6104254" y="2456179"/>
            <a:chExt cx="311785" cy="68072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0604" y="2462528"/>
              <a:ext cx="299084" cy="67945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110604" y="2462529"/>
              <a:ext cx="299085" cy="6794500"/>
            </a:xfrm>
            <a:custGeom>
              <a:avLst/>
              <a:gdLst/>
              <a:ahLst/>
              <a:cxnLst/>
              <a:rect l="l" t="t" r="r" b="b"/>
              <a:pathLst>
                <a:path w="299085" h="6794500">
                  <a:moveTo>
                    <a:pt x="0" y="6794500"/>
                  </a:moveTo>
                  <a:lnTo>
                    <a:pt x="299085" y="6794500"/>
                  </a:lnTo>
                  <a:lnTo>
                    <a:pt x="299085" y="0"/>
                  </a:lnTo>
                  <a:lnTo>
                    <a:pt x="0" y="0"/>
                  </a:lnTo>
                  <a:lnTo>
                    <a:pt x="0" y="67945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1457325" y="2456179"/>
            <a:ext cx="4651375" cy="7508240"/>
            <a:chOff x="1457325" y="2456179"/>
            <a:chExt cx="4651375" cy="750824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8385" y="2462528"/>
              <a:ext cx="299084" cy="679450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588385" y="2462529"/>
              <a:ext cx="299085" cy="6794500"/>
            </a:xfrm>
            <a:custGeom>
              <a:avLst/>
              <a:gdLst/>
              <a:ahLst/>
              <a:cxnLst/>
              <a:rect l="l" t="t" r="r" b="b"/>
              <a:pathLst>
                <a:path w="299085" h="6794500">
                  <a:moveTo>
                    <a:pt x="0" y="6794500"/>
                  </a:moveTo>
                  <a:lnTo>
                    <a:pt x="299085" y="6794500"/>
                  </a:lnTo>
                  <a:lnTo>
                    <a:pt x="299085" y="0"/>
                  </a:lnTo>
                  <a:lnTo>
                    <a:pt x="0" y="0"/>
                  </a:lnTo>
                  <a:lnTo>
                    <a:pt x="0" y="67945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457325" y="3065779"/>
              <a:ext cx="4651375" cy="4655185"/>
            </a:xfrm>
            <a:custGeom>
              <a:avLst/>
              <a:gdLst/>
              <a:ahLst/>
              <a:cxnLst/>
              <a:rect l="l" t="t" r="r" b="b"/>
              <a:pathLst>
                <a:path w="4651375" h="4655184">
                  <a:moveTo>
                    <a:pt x="2126615" y="3651250"/>
                  </a:moveTo>
                  <a:lnTo>
                    <a:pt x="2050415" y="3613150"/>
                  </a:lnTo>
                  <a:lnTo>
                    <a:pt x="2050415" y="3648075"/>
                  </a:lnTo>
                  <a:lnTo>
                    <a:pt x="635" y="3648075"/>
                  </a:lnTo>
                  <a:lnTo>
                    <a:pt x="635" y="3654425"/>
                  </a:lnTo>
                  <a:lnTo>
                    <a:pt x="2050415" y="3654425"/>
                  </a:lnTo>
                  <a:lnTo>
                    <a:pt x="2050415" y="3689350"/>
                  </a:lnTo>
                  <a:lnTo>
                    <a:pt x="2126615" y="3651250"/>
                  </a:lnTo>
                  <a:close/>
                </a:path>
                <a:path w="4651375" h="4655184">
                  <a:moveTo>
                    <a:pt x="2128520" y="2614295"/>
                  </a:moveTo>
                  <a:lnTo>
                    <a:pt x="76835" y="2614295"/>
                  </a:lnTo>
                  <a:lnTo>
                    <a:pt x="76835" y="2579370"/>
                  </a:lnTo>
                  <a:lnTo>
                    <a:pt x="635" y="2617470"/>
                  </a:lnTo>
                  <a:lnTo>
                    <a:pt x="76835" y="2655570"/>
                  </a:lnTo>
                  <a:lnTo>
                    <a:pt x="76835" y="2620645"/>
                  </a:lnTo>
                  <a:lnTo>
                    <a:pt x="2128520" y="2620645"/>
                  </a:lnTo>
                  <a:lnTo>
                    <a:pt x="2128520" y="2614295"/>
                  </a:lnTo>
                  <a:close/>
                </a:path>
                <a:path w="4651375" h="4655184">
                  <a:moveTo>
                    <a:pt x="2128520" y="1751330"/>
                  </a:moveTo>
                  <a:lnTo>
                    <a:pt x="2052320" y="1713230"/>
                  </a:lnTo>
                  <a:lnTo>
                    <a:pt x="2052320" y="1748155"/>
                  </a:lnTo>
                  <a:lnTo>
                    <a:pt x="635" y="1748155"/>
                  </a:lnTo>
                  <a:lnTo>
                    <a:pt x="635" y="1754505"/>
                  </a:lnTo>
                  <a:lnTo>
                    <a:pt x="2052320" y="1754505"/>
                  </a:lnTo>
                  <a:lnTo>
                    <a:pt x="2052320" y="1789430"/>
                  </a:lnTo>
                  <a:lnTo>
                    <a:pt x="2128520" y="1751330"/>
                  </a:lnTo>
                  <a:close/>
                </a:path>
                <a:path w="4651375" h="4655184">
                  <a:moveTo>
                    <a:pt x="2128520" y="40640"/>
                  </a:moveTo>
                  <a:lnTo>
                    <a:pt x="2052320" y="2540"/>
                  </a:lnTo>
                  <a:lnTo>
                    <a:pt x="2052320" y="37465"/>
                  </a:lnTo>
                  <a:lnTo>
                    <a:pt x="0" y="37465"/>
                  </a:lnTo>
                  <a:lnTo>
                    <a:pt x="0" y="43815"/>
                  </a:lnTo>
                  <a:lnTo>
                    <a:pt x="2052320" y="43815"/>
                  </a:lnTo>
                  <a:lnTo>
                    <a:pt x="2052320" y="78740"/>
                  </a:lnTo>
                  <a:lnTo>
                    <a:pt x="2128520" y="40640"/>
                  </a:lnTo>
                  <a:close/>
                </a:path>
                <a:path w="4651375" h="4655184">
                  <a:moveTo>
                    <a:pt x="4649470" y="4613910"/>
                  </a:moveTo>
                  <a:lnTo>
                    <a:pt x="76835" y="4613910"/>
                  </a:lnTo>
                  <a:lnTo>
                    <a:pt x="76835" y="4578985"/>
                  </a:lnTo>
                  <a:lnTo>
                    <a:pt x="635" y="4617085"/>
                  </a:lnTo>
                  <a:lnTo>
                    <a:pt x="76835" y="4655185"/>
                  </a:lnTo>
                  <a:lnTo>
                    <a:pt x="76835" y="4620260"/>
                  </a:lnTo>
                  <a:lnTo>
                    <a:pt x="4649470" y="4620260"/>
                  </a:lnTo>
                  <a:lnTo>
                    <a:pt x="4649470" y="4613910"/>
                  </a:lnTo>
                  <a:close/>
                </a:path>
                <a:path w="4651375" h="4655184">
                  <a:moveTo>
                    <a:pt x="4649470" y="3648075"/>
                  </a:moveTo>
                  <a:lnTo>
                    <a:pt x="4573270" y="3609975"/>
                  </a:lnTo>
                  <a:lnTo>
                    <a:pt x="4573270" y="3644900"/>
                  </a:lnTo>
                  <a:lnTo>
                    <a:pt x="2428240" y="3644900"/>
                  </a:lnTo>
                  <a:lnTo>
                    <a:pt x="2428240" y="3651250"/>
                  </a:lnTo>
                  <a:lnTo>
                    <a:pt x="4573270" y="3651250"/>
                  </a:lnTo>
                  <a:lnTo>
                    <a:pt x="4573270" y="3686175"/>
                  </a:lnTo>
                  <a:lnTo>
                    <a:pt x="4649470" y="3648075"/>
                  </a:lnTo>
                  <a:close/>
                </a:path>
                <a:path w="4651375" h="4655184">
                  <a:moveTo>
                    <a:pt x="4651375" y="880745"/>
                  </a:moveTo>
                  <a:lnTo>
                    <a:pt x="76835" y="880745"/>
                  </a:lnTo>
                  <a:lnTo>
                    <a:pt x="76835" y="845820"/>
                  </a:lnTo>
                  <a:lnTo>
                    <a:pt x="635" y="883920"/>
                  </a:lnTo>
                  <a:lnTo>
                    <a:pt x="76835" y="922020"/>
                  </a:lnTo>
                  <a:lnTo>
                    <a:pt x="76835" y="887095"/>
                  </a:lnTo>
                  <a:lnTo>
                    <a:pt x="4651375" y="887095"/>
                  </a:lnTo>
                  <a:lnTo>
                    <a:pt x="4651375" y="880745"/>
                  </a:lnTo>
                  <a:close/>
                </a:path>
                <a:path w="4651375" h="4655184">
                  <a:moveTo>
                    <a:pt x="4651375" y="38100"/>
                  </a:moveTo>
                  <a:lnTo>
                    <a:pt x="4575175" y="0"/>
                  </a:lnTo>
                  <a:lnTo>
                    <a:pt x="4575175" y="34925"/>
                  </a:lnTo>
                  <a:lnTo>
                    <a:pt x="2428240" y="34925"/>
                  </a:lnTo>
                  <a:lnTo>
                    <a:pt x="2428240" y="41275"/>
                  </a:lnTo>
                  <a:lnTo>
                    <a:pt x="4575175" y="41275"/>
                  </a:lnTo>
                  <a:lnTo>
                    <a:pt x="4575175" y="76200"/>
                  </a:lnTo>
                  <a:lnTo>
                    <a:pt x="4651375" y="3810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623060" y="2980054"/>
              <a:ext cx="4077970" cy="3972560"/>
            </a:xfrm>
            <a:custGeom>
              <a:avLst/>
              <a:gdLst/>
              <a:ahLst/>
              <a:cxnLst/>
              <a:rect l="l" t="t" r="r" b="b"/>
              <a:pathLst>
                <a:path w="4077970" h="3972559">
                  <a:moveTo>
                    <a:pt x="1592580" y="0"/>
                  </a:moveTo>
                  <a:lnTo>
                    <a:pt x="220980" y="0"/>
                  </a:lnTo>
                  <a:lnTo>
                    <a:pt x="220980" y="267970"/>
                  </a:lnTo>
                  <a:lnTo>
                    <a:pt x="1592580" y="267970"/>
                  </a:lnTo>
                  <a:lnTo>
                    <a:pt x="1592580" y="0"/>
                  </a:lnTo>
                  <a:close/>
                </a:path>
                <a:path w="4077970" h="3972559">
                  <a:moveTo>
                    <a:pt x="1617980" y="2579370"/>
                  </a:moveTo>
                  <a:lnTo>
                    <a:pt x="246380" y="2579370"/>
                  </a:lnTo>
                  <a:lnTo>
                    <a:pt x="246380" y="2847340"/>
                  </a:lnTo>
                  <a:lnTo>
                    <a:pt x="1617980" y="2847340"/>
                  </a:lnTo>
                  <a:lnTo>
                    <a:pt x="1617980" y="2579370"/>
                  </a:lnTo>
                  <a:close/>
                </a:path>
                <a:path w="4077970" h="3972559">
                  <a:moveTo>
                    <a:pt x="1618615" y="1682115"/>
                  </a:moveTo>
                  <a:lnTo>
                    <a:pt x="247015" y="1682115"/>
                  </a:lnTo>
                  <a:lnTo>
                    <a:pt x="247015" y="1950085"/>
                  </a:lnTo>
                  <a:lnTo>
                    <a:pt x="1618615" y="1950085"/>
                  </a:lnTo>
                  <a:lnTo>
                    <a:pt x="1618615" y="1682115"/>
                  </a:lnTo>
                  <a:close/>
                </a:path>
                <a:path w="4077970" h="3972559">
                  <a:moveTo>
                    <a:pt x="1694180" y="3507740"/>
                  </a:moveTo>
                  <a:lnTo>
                    <a:pt x="0" y="3507740"/>
                  </a:lnTo>
                  <a:lnTo>
                    <a:pt x="0" y="3972560"/>
                  </a:lnTo>
                  <a:lnTo>
                    <a:pt x="1694180" y="3972560"/>
                  </a:lnTo>
                  <a:lnTo>
                    <a:pt x="1694180" y="3507740"/>
                  </a:lnTo>
                  <a:close/>
                </a:path>
                <a:path w="4077970" h="3972559">
                  <a:moveTo>
                    <a:pt x="4006850" y="2540"/>
                  </a:moveTo>
                  <a:lnTo>
                    <a:pt x="2635250" y="2540"/>
                  </a:lnTo>
                  <a:lnTo>
                    <a:pt x="2635250" y="270510"/>
                  </a:lnTo>
                  <a:lnTo>
                    <a:pt x="4006850" y="270510"/>
                  </a:lnTo>
                  <a:lnTo>
                    <a:pt x="4006850" y="2540"/>
                  </a:lnTo>
                  <a:close/>
                </a:path>
                <a:path w="4077970" h="3972559">
                  <a:moveTo>
                    <a:pt x="4077970" y="3613150"/>
                  </a:moveTo>
                  <a:lnTo>
                    <a:pt x="2706370" y="3613150"/>
                  </a:lnTo>
                  <a:lnTo>
                    <a:pt x="2706370" y="3881120"/>
                  </a:lnTo>
                  <a:lnTo>
                    <a:pt x="4077970" y="3881120"/>
                  </a:lnTo>
                  <a:lnTo>
                    <a:pt x="4077970" y="3613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736339" y="2459989"/>
              <a:ext cx="0" cy="7504430"/>
            </a:xfrm>
            <a:custGeom>
              <a:avLst/>
              <a:gdLst/>
              <a:ahLst/>
              <a:cxnLst/>
              <a:rect l="l" t="t" r="r" b="b"/>
              <a:pathLst>
                <a:path w="0" h="7504430">
                  <a:moveTo>
                    <a:pt x="0" y="5384165"/>
                  </a:moveTo>
                  <a:lnTo>
                    <a:pt x="0" y="7503807"/>
                  </a:lnTo>
                </a:path>
                <a:path w="0" h="7504430">
                  <a:moveTo>
                    <a:pt x="0" y="1633854"/>
                  </a:moveTo>
                  <a:lnTo>
                    <a:pt x="0" y="5116195"/>
                  </a:lnTo>
                </a:path>
                <a:path w="0" h="7504430">
                  <a:moveTo>
                    <a:pt x="0" y="0"/>
                  </a:moveTo>
                  <a:lnTo>
                    <a:pt x="0" y="1365885"/>
                  </a:lnTo>
                </a:path>
              </a:pathLst>
            </a:custGeom>
            <a:ln w="9525">
              <a:solidFill>
                <a:srgbClr val="EB7B2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52444" y="3825874"/>
              <a:ext cx="1371600" cy="267970"/>
            </a:xfrm>
            <a:custGeom>
              <a:avLst/>
              <a:gdLst/>
              <a:ahLst/>
              <a:cxnLst/>
              <a:rect l="l" t="t" r="r" b="b"/>
              <a:pathLst>
                <a:path w="1371600" h="267970">
                  <a:moveTo>
                    <a:pt x="1371600" y="0"/>
                  </a:moveTo>
                  <a:lnTo>
                    <a:pt x="0" y="0"/>
                  </a:lnTo>
                  <a:lnTo>
                    <a:pt x="0" y="267970"/>
                  </a:lnTo>
                  <a:lnTo>
                    <a:pt x="1371600" y="26797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052444" y="3825874"/>
              <a:ext cx="1371600" cy="267970"/>
            </a:xfrm>
            <a:custGeom>
              <a:avLst/>
              <a:gdLst/>
              <a:ahLst/>
              <a:cxnLst/>
              <a:rect l="l" t="t" r="r" b="b"/>
              <a:pathLst>
                <a:path w="1371600" h="267970">
                  <a:moveTo>
                    <a:pt x="0" y="267970"/>
                  </a:moveTo>
                  <a:lnTo>
                    <a:pt x="1371600" y="26797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267970"/>
                  </a:lnTo>
                  <a:close/>
                </a:path>
              </a:pathLst>
            </a:custGeom>
            <a:ln w="12700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806064" y="7576184"/>
              <a:ext cx="1883410" cy="267970"/>
            </a:xfrm>
            <a:custGeom>
              <a:avLst/>
              <a:gdLst/>
              <a:ahLst/>
              <a:cxnLst/>
              <a:rect l="l" t="t" r="r" b="b"/>
              <a:pathLst>
                <a:path w="1883410" h="267970">
                  <a:moveTo>
                    <a:pt x="1883410" y="0"/>
                  </a:moveTo>
                  <a:lnTo>
                    <a:pt x="0" y="0"/>
                  </a:lnTo>
                  <a:lnTo>
                    <a:pt x="0" y="267969"/>
                  </a:lnTo>
                  <a:lnTo>
                    <a:pt x="1883410" y="267969"/>
                  </a:lnTo>
                  <a:lnTo>
                    <a:pt x="18834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806064" y="7576184"/>
              <a:ext cx="1883410" cy="267970"/>
            </a:xfrm>
            <a:custGeom>
              <a:avLst/>
              <a:gdLst/>
              <a:ahLst/>
              <a:cxnLst/>
              <a:rect l="l" t="t" r="r" b="b"/>
              <a:pathLst>
                <a:path w="1883410" h="267970">
                  <a:moveTo>
                    <a:pt x="0" y="267969"/>
                  </a:moveTo>
                  <a:lnTo>
                    <a:pt x="1883410" y="267969"/>
                  </a:lnTo>
                  <a:lnTo>
                    <a:pt x="1883410" y="0"/>
                  </a:lnTo>
                  <a:lnTo>
                    <a:pt x="0" y="0"/>
                  </a:lnTo>
                  <a:lnTo>
                    <a:pt x="0" y="267969"/>
                  </a:lnTo>
                  <a:close/>
                </a:path>
              </a:pathLst>
            </a:custGeom>
            <a:ln w="12700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1049985" y="9283191"/>
            <a:ext cx="524510" cy="982344"/>
            <a:chOff x="1049985" y="9283191"/>
            <a:chExt cx="524510" cy="982344"/>
          </a:xfrm>
        </p:grpSpPr>
        <p:sp>
          <p:nvSpPr>
            <p:cNvPr id="16" name="object 16" descr=""/>
            <p:cNvSpPr/>
            <p:nvPr/>
          </p:nvSpPr>
          <p:spPr>
            <a:xfrm>
              <a:off x="1316355" y="9283191"/>
              <a:ext cx="0" cy="626110"/>
            </a:xfrm>
            <a:custGeom>
              <a:avLst/>
              <a:gdLst/>
              <a:ahLst/>
              <a:cxnLst/>
              <a:rect l="l" t="t" r="r" b="b"/>
              <a:pathLst>
                <a:path w="0" h="626109">
                  <a:moveTo>
                    <a:pt x="0" y="0"/>
                  </a:moveTo>
                  <a:lnTo>
                    <a:pt x="0" y="625995"/>
                  </a:lnTo>
                </a:path>
              </a:pathLst>
            </a:custGeom>
            <a:ln w="9525">
              <a:solidFill>
                <a:srgbClr val="EB7B2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056335" y="9669284"/>
              <a:ext cx="511809" cy="589915"/>
            </a:xfrm>
            <a:custGeom>
              <a:avLst/>
              <a:gdLst/>
              <a:ahLst/>
              <a:cxnLst/>
              <a:rect l="l" t="t" r="r" b="b"/>
              <a:pathLst>
                <a:path w="511809" h="589915">
                  <a:moveTo>
                    <a:pt x="0" y="0"/>
                  </a:moveTo>
                  <a:lnTo>
                    <a:pt x="255955" y="294830"/>
                  </a:lnTo>
                  <a:lnTo>
                    <a:pt x="511733" y="0"/>
                  </a:lnTo>
                  <a:lnTo>
                    <a:pt x="255955" y="294830"/>
                  </a:lnTo>
                  <a:lnTo>
                    <a:pt x="511733" y="589660"/>
                  </a:lnTo>
                  <a:lnTo>
                    <a:pt x="255955" y="294830"/>
                  </a:lnTo>
                  <a:lnTo>
                    <a:pt x="0" y="589660"/>
                  </a:lnTo>
                  <a:lnTo>
                    <a:pt x="255955" y="29483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/>
          <p:nvPr/>
        </p:nvSpPr>
        <p:spPr>
          <a:xfrm>
            <a:off x="6001130" y="9671824"/>
            <a:ext cx="511809" cy="589915"/>
          </a:xfrm>
          <a:custGeom>
            <a:avLst/>
            <a:gdLst/>
            <a:ahLst/>
            <a:cxnLst/>
            <a:rect l="l" t="t" r="r" b="b"/>
            <a:pathLst>
              <a:path w="511809" h="589915">
                <a:moveTo>
                  <a:pt x="0" y="0"/>
                </a:moveTo>
                <a:lnTo>
                  <a:pt x="255778" y="294830"/>
                </a:lnTo>
                <a:lnTo>
                  <a:pt x="511683" y="0"/>
                </a:lnTo>
                <a:lnTo>
                  <a:pt x="255778" y="294830"/>
                </a:lnTo>
                <a:lnTo>
                  <a:pt x="511683" y="589661"/>
                </a:lnTo>
                <a:lnTo>
                  <a:pt x="255778" y="294830"/>
                </a:lnTo>
                <a:lnTo>
                  <a:pt x="0" y="589661"/>
                </a:lnTo>
                <a:lnTo>
                  <a:pt x="255778" y="29483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172C51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1151255" y="2482341"/>
            <a:ext cx="311785" cy="7457440"/>
            <a:chOff x="1151255" y="2482341"/>
            <a:chExt cx="311785" cy="7457440"/>
          </a:xfrm>
        </p:grpSpPr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7605" y="2488691"/>
              <a:ext cx="299084" cy="6794500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157605" y="2488691"/>
              <a:ext cx="299085" cy="6794500"/>
            </a:xfrm>
            <a:custGeom>
              <a:avLst/>
              <a:gdLst/>
              <a:ahLst/>
              <a:cxnLst/>
              <a:rect l="l" t="t" r="r" b="b"/>
              <a:pathLst>
                <a:path w="299084" h="6794500">
                  <a:moveTo>
                    <a:pt x="0" y="6794500"/>
                  </a:moveTo>
                  <a:lnTo>
                    <a:pt x="299084" y="6794500"/>
                  </a:lnTo>
                  <a:lnTo>
                    <a:pt x="299084" y="0"/>
                  </a:lnTo>
                  <a:lnTo>
                    <a:pt x="0" y="0"/>
                  </a:lnTo>
                  <a:lnTo>
                    <a:pt x="0" y="67945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318260" y="2489961"/>
              <a:ext cx="0" cy="7449820"/>
            </a:xfrm>
            <a:custGeom>
              <a:avLst/>
              <a:gdLst/>
              <a:ahLst/>
              <a:cxnLst/>
              <a:rect l="l" t="t" r="r" b="b"/>
              <a:pathLst>
                <a:path w="0" h="7449820">
                  <a:moveTo>
                    <a:pt x="0" y="0"/>
                  </a:moveTo>
                  <a:lnTo>
                    <a:pt x="0" y="7449248"/>
                  </a:lnTo>
                </a:path>
              </a:pathLst>
            </a:custGeom>
            <a:ln w="9525">
              <a:solidFill>
                <a:srgbClr val="EB7B2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/>
          <p:nvPr/>
        </p:nvSpPr>
        <p:spPr>
          <a:xfrm>
            <a:off x="3478910" y="9794075"/>
            <a:ext cx="511809" cy="589915"/>
          </a:xfrm>
          <a:custGeom>
            <a:avLst/>
            <a:gdLst/>
            <a:ahLst/>
            <a:cxnLst/>
            <a:rect l="l" t="t" r="r" b="b"/>
            <a:pathLst>
              <a:path w="511810" h="589915">
                <a:moveTo>
                  <a:pt x="0" y="0"/>
                </a:moveTo>
                <a:lnTo>
                  <a:pt x="255904" y="294830"/>
                </a:lnTo>
                <a:lnTo>
                  <a:pt x="511683" y="0"/>
                </a:lnTo>
                <a:lnTo>
                  <a:pt x="255904" y="294830"/>
                </a:lnTo>
                <a:lnTo>
                  <a:pt x="511683" y="589673"/>
                </a:lnTo>
                <a:lnTo>
                  <a:pt x="255904" y="294830"/>
                </a:lnTo>
                <a:lnTo>
                  <a:pt x="0" y="589673"/>
                </a:lnTo>
                <a:lnTo>
                  <a:pt x="255904" y="29483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172C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6268720" y="2514218"/>
            <a:ext cx="0" cy="7504430"/>
          </a:xfrm>
          <a:custGeom>
            <a:avLst/>
            <a:gdLst/>
            <a:ahLst/>
            <a:cxnLst/>
            <a:rect l="l" t="t" r="r" b="b"/>
            <a:pathLst>
              <a:path w="0" h="7504430">
                <a:moveTo>
                  <a:pt x="0" y="0"/>
                </a:moveTo>
                <a:lnTo>
                  <a:pt x="0" y="7503883"/>
                </a:lnTo>
              </a:path>
            </a:pathLst>
          </a:custGeom>
          <a:ln w="9525">
            <a:solidFill>
              <a:srgbClr val="EB7B2F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25" name="object 25" descr=""/>
          <p:cNvGrpSpPr/>
          <p:nvPr/>
        </p:nvGrpSpPr>
        <p:grpSpPr>
          <a:xfrm>
            <a:off x="304800" y="10161523"/>
            <a:ext cx="226060" cy="224790"/>
            <a:chOff x="304800" y="10161523"/>
            <a:chExt cx="226060" cy="224790"/>
          </a:xfrm>
        </p:grpSpPr>
        <p:sp>
          <p:nvSpPr>
            <p:cNvPr id="26" name="object 26" descr=""/>
            <p:cNvSpPr/>
            <p:nvPr/>
          </p:nvSpPr>
          <p:spPr>
            <a:xfrm>
              <a:off x="344728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129540"/>
                  </a:moveTo>
                  <a:lnTo>
                    <a:pt x="56388" y="129540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623" y="185420"/>
                  </a:lnTo>
                  <a:lnTo>
                    <a:pt x="185623" y="12954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04800" y="10161523"/>
              <a:ext cx="226060" cy="224790"/>
            </a:xfrm>
            <a:custGeom>
              <a:avLst/>
              <a:gdLst/>
              <a:ahLst/>
              <a:cxnLst/>
              <a:rect l="l" t="t" r="r" b="b"/>
              <a:pathLst>
                <a:path w="226059" h="224790">
                  <a:moveTo>
                    <a:pt x="135940" y="29210"/>
                  </a:moveTo>
                  <a:lnTo>
                    <a:pt x="6705" y="29210"/>
                  </a:lnTo>
                  <a:lnTo>
                    <a:pt x="6705" y="0"/>
                  </a:lnTo>
                  <a:lnTo>
                    <a:pt x="0" y="0"/>
                  </a:lnTo>
                  <a:lnTo>
                    <a:pt x="0" y="29210"/>
                  </a:lnTo>
                  <a:lnTo>
                    <a:pt x="0" y="36830"/>
                  </a:lnTo>
                  <a:lnTo>
                    <a:pt x="135940" y="36830"/>
                  </a:lnTo>
                  <a:lnTo>
                    <a:pt x="135940" y="29210"/>
                  </a:lnTo>
                  <a:close/>
                </a:path>
                <a:path w="226059" h="224790">
                  <a:moveTo>
                    <a:pt x="225552" y="218440"/>
                  </a:moveTo>
                  <a:lnTo>
                    <a:pt x="185623" y="218440"/>
                  </a:lnTo>
                  <a:lnTo>
                    <a:pt x="185623" y="86360"/>
                  </a:lnTo>
                  <a:lnTo>
                    <a:pt x="185623" y="78740"/>
                  </a:lnTo>
                  <a:lnTo>
                    <a:pt x="146608" y="78740"/>
                  </a:lnTo>
                  <a:lnTo>
                    <a:pt x="146608" y="29210"/>
                  </a:lnTo>
                  <a:lnTo>
                    <a:pt x="139293" y="29210"/>
                  </a:lnTo>
                  <a:lnTo>
                    <a:pt x="139293" y="78740"/>
                  </a:lnTo>
                  <a:lnTo>
                    <a:pt x="0" y="78740"/>
                  </a:lnTo>
                  <a:lnTo>
                    <a:pt x="0" y="8636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135940" y="224790"/>
                  </a:lnTo>
                  <a:lnTo>
                    <a:pt x="135940" y="218440"/>
                  </a:lnTo>
                  <a:lnTo>
                    <a:pt x="6705" y="218440"/>
                  </a:lnTo>
                  <a:lnTo>
                    <a:pt x="6705" y="86360"/>
                  </a:lnTo>
                  <a:lnTo>
                    <a:pt x="139293" y="86360"/>
                  </a:lnTo>
                  <a:lnTo>
                    <a:pt x="139293" y="218440"/>
                  </a:lnTo>
                  <a:lnTo>
                    <a:pt x="139293" y="224790"/>
                  </a:lnTo>
                  <a:lnTo>
                    <a:pt x="146608" y="224790"/>
                  </a:lnTo>
                  <a:lnTo>
                    <a:pt x="146608" y="218440"/>
                  </a:lnTo>
                  <a:lnTo>
                    <a:pt x="146608" y="86360"/>
                  </a:lnTo>
                  <a:lnTo>
                    <a:pt x="179222" y="86360"/>
                  </a:lnTo>
                  <a:lnTo>
                    <a:pt x="179222" y="218440"/>
                  </a:lnTo>
                  <a:lnTo>
                    <a:pt x="179222" y="224790"/>
                  </a:lnTo>
                  <a:lnTo>
                    <a:pt x="225552" y="224790"/>
                  </a:lnTo>
                  <a:lnTo>
                    <a:pt x="225552" y="2184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304800" y="303783"/>
            <a:ext cx="226060" cy="226060"/>
            <a:chOff x="304800" y="303783"/>
            <a:chExt cx="226060" cy="226060"/>
          </a:xfrm>
        </p:grpSpPr>
        <p:sp>
          <p:nvSpPr>
            <p:cNvPr id="29" name="object 29" descr=""/>
            <p:cNvSpPr/>
            <p:nvPr/>
          </p:nvSpPr>
          <p:spPr>
            <a:xfrm>
              <a:off x="344728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0" y="185420"/>
                  </a:lnTo>
                  <a:lnTo>
                    <a:pt x="56388" y="185420"/>
                  </a:lnTo>
                  <a:lnTo>
                    <a:pt x="56388" y="55880"/>
                  </a:lnTo>
                  <a:lnTo>
                    <a:pt x="185623" y="55880"/>
                  </a:lnTo>
                  <a:lnTo>
                    <a:pt x="18562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04800" y="303783"/>
              <a:ext cx="226060" cy="226060"/>
            </a:xfrm>
            <a:custGeom>
              <a:avLst/>
              <a:gdLst/>
              <a:ahLst/>
              <a:cxnLst/>
              <a:rect l="l" t="t" r="r" b="b"/>
              <a:pathLst>
                <a:path w="226059" h="226059">
                  <a:moveTo>
                    <a:pt x="195681" y="139700"/>
                  </a:moveTo>
                  <a:lnTo>
                    <a:pt x="146608" y="139700"/>
                  </a:lnTo>
                  <a:lnTo>
                    <a:pt x="146608" y="135890"/>
                  </a:lnTo>
                  <a:lnTo>
                    <a:pt x="146608" y="7620"/>
                  </a:lnTo>
                  <a:lnTo>
                    <a:pt x="146608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135890"/>
                  </a:lnTo>
                  <a:lnTo>
                    <a:pt x="6705" y="135890"/>
                  </a:lnTo>
                  <a:lnTo>
                    <a:pt x="6705" y="7620"/>
                  </a:lnTo>
                  <a:lnTo>
                    <a:pt x="139293" y="7620"/>
                  </a:lnTo>
                  <a:lnTo>
                    <a:pt x="139293" y="135890"/>
                  </a:lnTo>
                  <a:lnTo>
                    <a:pt x="139293" y="139700"/>
                  </a:lnTo>
                  <a:lnTo>
                    <a:pt x="0" y="139700"/>
                  </a:lnTo>
                  <a:lnTo>
                    <a:pt x="0" y="147320"/>
                  </a:lnTo>
                  <a:lnTo>
                    <a:pt x="139293" y="147320"/>
                  </a:lnTo>
                  <a:lnTo>
                    <a:pt x="139293" y="179070"/>
                  </a:lnTo>
                  <a:lnTo>
                    <a:pt x="0" y="179070"/>
                  </a:lnTo>
                  <a:lnTo>
                    <a:pt x="0" y="186690"/>
                  </a:lnTo>
                  <a:lnTo>
                    <a:pt x="0" y="226060"/>
                  </a:lnTo>
                  <a:lnTo>
                    <a:pt x="6705" y="226060"/>
                  </a:lnTo>
                  <a:lnTo>
                    <a:pt x="6705" y="186690"/>
                  </a:lnTo>
                  <a:lnTo>
                    <a:pt x="146608" y="186690"/>
                  </a:lnTo>
                  <a:lnTo>
                    <a:pt x="146608" y="179070"/>
                  </a:lnTo>
                  <a:lnTo>
                    <a:pt x="146608" y="147320"/>
                  </a:lnTo>
                  <a:lnTo>
                    <a:pt x="195681" y="147320"/>
                  </a:lnTo>
                  <a:lnTo>
                    <a:pt x="195681" y="139700"/>
                  </a:lnTo>
                  <a:close/>
                </a:path>
                <a:path w="226059" h="226059">
                  <a:moveTo>
                    <a:pt x="225552" y="0"/>
                  </a:moveTo>
                  <a:lnTo>
                    <a:pt x="188976" y="0"/>
                  </a:lnTo>
                  <a:lnTo>
                    <a:pt x="188976" y="7620"/>
                  </a:lnTo>
                  <a:lnTo>
                    <a:pt x="188976" y="135890"/>
                  </a:lnTo>
                  <a:lnTo>
                    <a:pt x="195681" y="135890"/>
                  </a:lnTo>
                  <a:lnTo>
                    <a:pt x="195681" y="7620"/>
                  </a:lnTo>
                  <a:lnTo>
                    <a:pt x="225552" y="7620"/>
                  </a:lnTo>
                  <a:lnTo>
                    <a:pt x="2255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 descr=""/>
          <p:cNvGrpSpPr/>
          <p:nvPr/>
        </p:nvGrpSpPr>
        <p:grpSpPr>
          <a:xfrm>
            <a:off x="533704" y="10161447"/>
            <a:ext cx="6491605" cy="225425"/>
            <a:chOff x="533704" y="10161447"/>
            <a:chExt cx="6491605" cy="225425"/>
          </a:xfrm>
        </p:grpSpPr>
        <p:sp>
          <p:nvSpPr>
            <p:cNvPr id="32" name="object 32" descr=""/>
            <p:cNvSpPr/>
            <p:nvPr/>
          </p:nvSpPr>
          <p:spPr>
            <a:xfrm>
              <a:off x="53370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3370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6535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6535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997000" y="10161447"/>
              <a:ext cx="229235" cy="129539"/>
            </a:xfrm>
            <a:custGeom>
              <a:avLst/>
              <a:gdLst/>
              <a:ahLst/>
              <a:cxnLst/>
              <a:rect l="l" t="t" r="r" b="b"/>
              <a:pathLst>
                <a:path w="229234" h="129540">
                  <a:moveTo>
                    <a:pt x="229209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9209" y="129235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99700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99700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228953" y="10161447"/>
              <a:ext cx="229235" cy="129539"/>
            </a:xfrm>
            <a:custGeom>
              <a:avLst/>
              <a:gdLst/>
              <a:ahLst/>
              <a:cxnLst/>
              <a:rect l="l" t="t" r="r" b="b"/>
              <a:pathLst>
                <a:path w="229234" h="129540">
                  <a:moveTo>
                    <a:pt x="228904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8904" y="129235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22895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22895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460626" y="10161447"/>
              <a:ext cx="229235" cy="129539"/>
            </a:xfrm>
            <a:custGeom>
              <a:avLst/>
              <a:gdLst/>
              <a:ahLst/>
              <a:cxnLst/>
              <a:rect l="l" t="t" r="r" b="b"/>
              <a:pathLst>
                <a:path w="229235" h="129540">
                  <a:moveTo>
                    <a:pt x="228904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8904" y="129235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460626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460626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69227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69227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92392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92392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15582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15582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38747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38747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61912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61912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851149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851149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082798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082798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3314446" y="10161447"/>
              <a:ext cx="229235" cy="225425"/>
            </a:xfrm>
            <a:custGeom>
              <a:avLst/>
              <a:gdLst/>
              <a:ahLst/>
              <a:cxnLst/>
              <a:rect l="l" t="t" r="r" b="b"/>
              <a:pathLst>
                <a:path w="229235" h="225425">
                  <a:moveTo>
                    <a:pt x="229209" y="185318"/>
                  </a:moveTo>
                  <a:lnTo>
                    <a:pt x="0" y="185318"/>
                  </a:lnTo>
                  <a:lnTo>
                    <a:pt x="0" y="225247"/>
                  </a:lnTo>
                  <a:lnTo>
                    <a:pt x="229209" y="225247"/>
                  </a:lnTo>
                  <a:lnTo>
                    <a:pt x="229209" y="185318"/>
                  </a:lnTo>
                  <a:close/>
                </a:path>
                <a:path w="229235" h="225425">
                  <a:moveTo>
                    <a:pt x="229209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9209" y="129235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31444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331444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3546094" y="10161447"/>
              <a:ext cx="229235" cy="225425"/>
            </a:xfrm>
            <a:custGeom>
              <a:avLst/>
              <a:gdLst/>
              <a:ahLst/>
              <a:cxnLst/>
              <a:rect l="l" t="t" r="r" b="b"/>
              <a:pathLst>
                <a:path w="229235" h="225425">
                  <a:moveTo>
                    <a:pt x="229209" y="185318"/>
                  </a:moveTo>
                  <a:lnTo>
                    <a:pt x="0" y="185318"/>
                  </a:lnTo>
                  <a:lnTo>
                    <a:pt x="0" y="225247"/>
                  </a:lnTo>
                  <a:lnTo>
                    <a:pt x="229209" y="225247"/>
                  </a:lnTo>
                  <a:lnTo>
                    <a:pt x="229209" y="185318"/>
                  </a:lnTo>
                  <a:close/>
                </a:path>
                <a:path w="229235" h="225425">
                  <a:moveTo>
                    <a:pt x="229209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9209" y="129235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354609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354609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3777996" y="10161447"/>
              <a:ext cx="229235" cy="225425"/>
            </a:xfrm>
            <a:custGeom>
              <a:avLst/>
              <a:gdLst/>
              <a:ahLst/>
              <a:cxnLst/>
              <a:rect l="l" t="t" r="r" b="b"/>
              <a:pathLst>
                <a:path w="229235" h="225425">
                  <a:moveTo>
                    <a:pt x="228904" y="185318"/>
                  </a:moveTo>
                  <a:lnTo>
                    <a:pt x="0" y="185318"/>
                  </a:lnTo>
                  <a:lnTo>
                    <a:pt x="0" y="225247"/>
                  </a:lnTo>
                  <a:lnTo>
                    <a:pt x="228904" y="225247"/>
                  </a:lnTo>
                  <a:lnTo>
                    <a:pt x="228904" y="185318"/>
                  </a:lnTo>
                  <a:close/>
                </a:path>
                <a:path w="229235" h="225425">
                  <a:moveTo>
                    <a:pt x="228904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8904" y="129235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377799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377799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400964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400964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424129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424129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447319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447319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470484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470484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4936489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4936489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5168137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5168137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5400167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5400167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563181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563181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5863462" y="10161447"/>
              <a:ext cx="229235" cy="129539"/>
            </a:xfrm>
            <a:custGeom>
              <a:avLst/>
              <a:gdLst/>
              <a:ahLst/>
              <a:cxnLst/>
              <a:rect l="l" t="t" r="r" b="b"/>
              <a:pathLst>
                <a:path w="229235" h="129540">
                  <a:moveTo>
                    <a:pt x="229209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9209" y="129235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586346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586346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6095364" y="10161447"/>
              <a:ext cx="229235" cy="129539"/>
            </a:xfrm>
            <a:custGeom>
              <a:avLst/>
              <a:gdLst/>
              <a:ahLst/>
              <a:cxnLst/>
              <a:rect l="l" t="t" r="r" b="b"/>
              <a:pathLst>
                <a:path w="229235" h="129540">
                  <a:moveTo>
                    <a:pt x="228904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8904" y="129235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609536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609536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6327012" y="10161447"/>
              <a:ext cx="229235" cy="129539"/>
            </a:xfrm>
            <a:custGeom>
              <a:avLst/>
              <a:gdLst/>
              <a:ahLst/>
              <a:cxnLst/>
              <a:rect l="l" t="t" r="r" b="b"/>
              <a:pathLst>
                <a:path w="229234" h="129540">
                  <a:moveTo>
                    <a:pt x="228892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8892" y="129235"/>
                  </a:lnTo>
                  <a:lnTo>
                    <a:pt x="2288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632701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632701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6558661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6558661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6793737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6793737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7" name="object 97" descr=""/>
          <p:cNvGrpSpPr/>
          <p:nvPr/>
        </p:nvGrpSpPr>
        <p:grpSpPr>
          <a:xfrm>
            <a:off x="533704" y="304190"/>
            <a:ext cx="6491605" cy="96520"/>
            <a:chOff x="533704" y="304190"/>
            <a:chExt cx="6491605" cy="96520"/>
          </a:xfrm>
        </p:grpSpPr>
        <p:sp>
          <p:nvSpPr>
            <p:cNvPr id="98" name="object 98" descr=""/>
            <p:cNvSpPr/>
            <p:nvPr/>
          </p:nvSpPr>
          <p:spPr>
            <a:xfrm>
              <a:off x="53370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53370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76535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76535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99700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99700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22895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22895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460626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460626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69227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69227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92392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92392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215582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215582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238747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238747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261912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261912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2851149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2851149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3082798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3082798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331444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331444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354609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354609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377799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377799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400964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400964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424129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424129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447319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447319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470484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470484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4936489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4936489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5168137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5168137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5400167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5400167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563181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563181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586346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586346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609536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609536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632701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632701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6558661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6558661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6793737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6793737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4" name="object 154" descr=""/>
          <p:cNvGrpSpPr/>
          <p:nvPr/>
        </p:nvGrpSpPr>
        <p:grpSpPr>
          <a:xfrm>
            <a:off x="7028433" y="10161523"/>
            <a:ext cx="225425" cy="224790"/>
            <a:chOff x="7028433" y="10161523"/>
            <a:chExt cx="225425" cy="224790"/>
          </a:xfrm>
        </p:grpSpPr>
        <p:sp>
          <p:nvSpPr>
            <p:cNvPr id="155" name="object 155" descr=""/>
            <p:cNvSpPr/>
            <p:nvPr/>
          </p:nvSpPr>
          <p:spPr>
            <a:xfrm>
              <a:off x="7028434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10" y="0"/>
                  </a:moveTo>
                  <a:lnTo>
                    <a:pt x="129159" y="0"/>
                  </a:lnTo>
                  <a:lnTo>
                    <a:pt x="129159" y="12954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597" y="185420"/>
                  </a:lnTo>
                  <a:lnTo>
                    <a:pt x="185597" y="129540"/>
                  </a:lnTo>
                  <a:lnTo>
                    <a:pt x="18561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7028434" y="10161523"/>
              <a:ext cx="225425" cy="224790"/>
            </a:xfrm>
            <a:custGeom>
              <a:avLst/>
              <a:gdLst/>
              <a:ahLst/>
              <a:cxnLst/>
              <a:rect l="l" t="t" r="r" b="b"/>
              <a:pathLst>
                <a:path w="225425" h="224790">
                  <a:moveTo>
                    <a:pt x="36258" y="218440"/>
                  </a:moveTo>
                  <a:lnTo>
                    <a:pt x="36245" y="88900"/>
                  </a:lnTo>
                  <a:lnTo>
                    <a:pt x="29845" y="88900"/>
                  </a:lnTo>
                  <a:lnTo>
                    <a:pt x="29845" y="21844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36258" y="224790"/>
                  </a:lnTo>
                  <a:lnTo>
                    <a:pt x="36258" y="218440"/>
                  </a:lnTo>
                  <a:close/>
                </a:path>
                <a:path w="225425" h="224790">
                  <a:moveTo>
                    <a:pt x="225171" y="0"/>
                  </a:moveTo>
                  <a:lnTo>
                    <a:pt x="218821" y="0"/>
                  </a:lnTo>
                  <a:lnTo>
                    <a:pt x="218821" y="39370"/>
                  </a:lnTo>
                  <a:lnTo>
                    <a:pt x="79502" y="39370"/>
                  </a:lnTo>
                  <a:lnTo>
                    <a:pt x="79502" y="45720"/>
                  </a:lnTo>
                  <a:lnTo>
                    <a:pt x="79502" y="78740"/>
                  </a:lnTo>
                  <a:lnTo>
                    <a:pt x="29845" y="78740"/>
                  </a:lnTo>
                  <a:lnTo>
                    <a:pt x="29845" y="86360"/>
                  </a:lnTo>
                  <a:lnTo>
                    <a:pt x="79502" y="86360"/>
                  </a:lnTo>
                  <a:lnTo>
                    <a:pt x="79502" y="88900"/>
                  </a:lnTo>
                  <a:lnTo>
                    <a:pt x="79502" y="218440"/>
                  </a:lnTo>
                  <a:lnTo>
                    <a:pt x="79502" y="224790"/>
                  </a:lnTo>
                  <a:lnTo>
                    <a:pt x="225171" y="224790"/>
                  </a:lnTo>
                  <a:lnTo>
                    <a:pt x="225171" y="218440"/>
                  </a:lnTo>
                  <a:lnTo>
                    <a:pt x="225171" y="88900"/>
                  </a:lnTo>
                  <a:lnTo>
                    <a:pt x="218821" y="88900"/>
                  </a:lnTo>
                  <a:lnTo>
                    <a:pt x="218821" y="218440"/>
                  </a:lnTo>
                  <a:lnTo>
                    <a:pt x="86741" y="218440"/>
                  </a:lnTo>
                  <a:lnTo>
                    <a:pt x="86741" y="88900"/>
                  </a:lnTo>
                  <a:lnTo>
                    <a:pt x="86741" y="86360"/>
                  </a:lnTo>
                  <a:lnTo>
                    <a:pt x="225171" y="86360"/>
                  </a:lnTo>
                  <a:lnTo>
                    <a:pt x="225171" y="78740"/>
                  </a:lnTo>
                  <a:lnTo>
                    <a:pt x="86741" y="78740"/>
                  </a:lnTo>
                  <a:lnTo>
                    <a:pt x="86741" y="45720"/>
                  </a:lnTo>
                  <a:lnTo>
                    <a:pt x="225171" y="45720"/>
                  </a:lnTo>
                  <a:lnTo>
                    <a:pt x="225171" y="3937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7" name="object 157" descr=""/>
          <p:cNvGrpSpPr/>
          <p:nvPr/>
        </p:nvGrpSpPr>
        <p:grpSpPr>
          <a:xfrm>
            <a:off x="7028433" y="303783"/>
            <a:ext cx="225425" cy="9855200"/>
            <a:chOff x="7028433" y="303783"/>
            <a:chExt cx="225425" cy="9855200"/>
          </a:xfrm>
        </p:grpSpPr>
        <p:sp>
          <p:nvSpPr>
            <p:cNvPr id="158" name="object 158" descr=""/>
            <p:cNvSpPr/>
            <p:nvPr/>
          </p:nvSpPr>
          <p:spPr>
            <a:xfrm>
              <a:off x="7028434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48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129159" y="55880"/>
                  </a:lnTo>
                  <a:lnTo>
                    <a:pt x="129159" y="185420"/>
                  </a:lnTo>
                  <a:lnTo>
                    <a:pt x="185585" y="185420"/>
                  </a:lnTo>
                  <a:lnTo>
                    <a:pt x="185585" y="55880"/>
                  </a:lnTo>
                  <a:lnTo>
                    <a:pt x="18564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7028434" y="303783"/>
              <a:ext cx="225425" cy="226060"/>
            </a:xfrm>
            <a:custGeom>
              <a:avLst/>
              <a:gdLst/>
              <a:ahLst/>
              <a:cxnLst/>
              <a:rect l="l" t="t" r="r" b="b"/>
              <a:pathLst>
                <a:path w="225425" h="226059">
                  <a:moveTo>
                    <a:pt x="225171" y="189230"/>
                  </a:moveTo>
                  <a:lnTo>
                    <a:pt x="89281" y="189230"/>
                  </a:lnTo>
                  <a:lnTo>
                    <a:pt x="89281" y="195580"/>
                  </a:lnTo>
                  <a:lnTo>
                    <a:pt x="218821" y="195580"/>
                  </a:lnTo>
                  <a:lnTo>
                    <a:pt x="218821" y="226060"/>
                  </a:lnTo>
                  <a:lnTo>
                    <a:pt x="225171" y="226060"/>
                  </a:lnTo>
                  <a:lnTo>
                    <a:pt x="225171" y="195580"/>
                  </a:lnTo>
                  <a:lnTo>
                    <a:pt x="225171" y="189230"/>
                  </a:lnTo>
                  <a:close/>
                </a:path>
                <a:path w="225425" h="226059">
                  <a:moveTo>
                    <a:pt x="225234" y="7620"/>
                  </a:moveTo>
                  <a:lnTo>
                    <a:pt x="225171" y="0"/>
                  </a:lnTo>
                  <a:lnTo>
                    <a:pt x="89281" y="0"/>
                  </a:lnTo>
                  <a:lnTo>
                    <a:pt x="89281" y="7620"/>
                  </a:lnTo>
                  <a:lnTo>
                    <a:pt x="218821" y="7620"/>
                  </a:lnTo>
                  <a:lnTo>
                    <a:pt x="218821" y="139700"/>
                  </a:lnTo>
                  <a:lnTo>
                    <a:pt x="86741" y="139700"/>
                  </a:lnTo>
                  <a:lnTo>
                    <a:pt x="86741" y="7620"/>
                  </a:lnTo>
                  <a:lnTo>
                    <a:pt x="86741" y="0"/>
                  </a:lnTo>
                  <a:lnTo>
                    <a:pt x="79502" y="0"/>
                  </a:lnTo>
                  <a:lnTo>
                    <a:pt x="79502" y="7620"/>
                  </a:lnTo>
                  <a:lnTo>
                    <a:pt x="79502" y="139700"/>
                  </a:lnTo>
                  <a:lnTo>
                    <a:pt x="46355" y="139700"/>
                  </a:lnTo>
                  <a:lnTo>
                    <a:pt x="46355" y="7620"/>
                  </a:lnTo>
                  <a:lnTo>
                    <a:pt x="46355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39624" y="7620"/>
                  </a:lnTo>
                  <a:lnTo>
                    <a:pt x="39624" y="139700"/>
                  </a:lnTo>
                  <a:lnTo>
                    <a:pt x="39624" y="147320"/>
                  </a:lnTo>
                  <a:lnTo>
                    <a:pt x="79502" y="147320"/>
                  </a:lnTo>
                  <a:lnTo>
                    <a:pt x="79502" y="195580"/>
                  </a:lnTo>
                  <a:lnTo>
                    <a:pt x="86741" y="195580"/>
                  </a:lnTo>
                  <a:lnTo>
                    <a:pt x="86741" y="147320"/>
                  </a:lnTo>
                  <a:lnTo>
                    <a:pt x="225221" y="147320"/>
                  </a:lnTo>
                  <a:lnTo>
                    <a:pt x="225221" y="139700"/>
                  </a:lnTo>
                  <a:lnTo>
                    <a:pt x="225234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7157592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7247254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7157592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7247254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7157592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7247254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7157592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7247254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7157592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7247254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7157592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7247254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7157592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7247254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7157592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7247254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7157592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7247254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7157592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7247254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7157592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7247254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7157592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7247254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7157592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7247254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7157592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7247254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7157592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7247254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7157592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7247254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7157592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7247254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7157592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7247254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7157592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7247254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7157592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7247254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7157592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7247254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7157592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7247254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7157592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7247254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7157592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7247254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7157592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7247254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7157592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7247254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7157592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7247254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7157592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7247254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7157592" y="7106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7247254" y="7106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7157592" y="734105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7247254" y="734105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7157592" y="757575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7247254" y="757575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7157592" y="7810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7247254" y="7810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7157592" y="8045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7247254" y="8045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7157592" y="8280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7247254" y="8280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7157592" y="85149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7247254" y="85149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7157592" y="874956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7247254" y="874956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7157592" y="898425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7247254" y="898425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7157592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7247254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7157592" y="945400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7247254" y="945400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7157592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7247254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7157592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5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7247254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4" h="235584">
                  <a:moveTo>
                    <a:pt x="6400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400" y="235305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2" name="object 242" descr=""/>
          <p:cNvGrpSpPr/>
          <p:nvPr/>
        </p:nvGrpSpPr>
        <p:grpSpPr>
          <a:xfrm>
            <a:off x="304800" y="533094"/>
            <a:ext cx="96520" cy="9625965"/>
            <a:chOff x="304800" y="533094"/>
            <a:chExt cx="96520" cy="9625965"/>
          </a:xfrm>
        </p:grpSpPr>
        <p:sp>
          <p:nvSpPr>
            <p:cNvPr id="243" name="object 243" descr=""/>
            <p:cNvSpPr/>
            <p:nvPr/>
          </p:nvSpPr>
          <p:spPr>
            <a:xfrm>
              <a:off x="344728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304800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344728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304800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344728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304800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344728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304800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344728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304800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344728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304800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344728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304800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344728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304800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344728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304800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344728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304800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344728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304800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344728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304800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344728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304800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344728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304800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344728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304800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344728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304800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344728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304800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344728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304800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344728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304800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344728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304800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344728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304800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344728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304800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344728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304800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344728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304800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344728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304800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344728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304800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344728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304800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344728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304800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344728" y="71063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304800" y="71063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344728" y="734105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304800" y="734105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344728" y="757575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304800" y="757575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344728" y="7810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304800" y="7810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344728" y="80455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304800" y="80455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344728" y="828022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304800" y="828022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344728" y="851491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304800" y="851491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344728" y="874956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304800" y="874956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344728" y="89842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304800" y="89842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344728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304800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344728" y="945400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304800" y="945400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344728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304800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344728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4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304800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5" h="235584">
                  <a:moveTo>
                    <a:pt x="6704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704" y="235305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5" name="object 325" descr=""/>
          <p:cNvSpPr txBox="1"/>
          <p:nvPr/>
        </p:nvSpPr>
        <p:spPr>
          <a:xfrm>
            <a:off x="1582038" y="1170177"/>
            <a:ext cx="220154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</a:tabLst>
            </a:pPr>
            <a:r>
              <a:rPr dirty="0" u="sng" sz="16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SEQUENTIAL</a:t>
            </a:r>
            <a:r>
              <a:rPr dirty="0" u="sng" sz="1600" spc="-9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DIAGRAM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6" name="object 326" descr=""/>
          <p:cNvSpPr txBox="1"/>
          <p:nvPr/>
        </p:nvSpPr>
        <p:spPr>
          <a:xfrm>
            <a:off x="3588511" y="3850385"/>
            <a:ext cx="6375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Account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7" name="object 327" descr=""/>
          <p:cNvSpPr txBox="1"/>
          <p:nvPr/>
        </p:nvSpPr>
        <p:spPr>
          <a:xfrm>
            <a:off x="3012185" y="7600314"/>
            <a:ext cx="87121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Update/Delet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8" name="object 328" descr=""/>
          <p:cNvSpPr txBox="1"/>
          <p:nvPr/>
        </p:nvSpPr>
        <p:spPr>
          <a:xfrm>
            <a:off x="3893820" y="7582534"/>
            <a:ext cx="789305" cy="2552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04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40"/>
              </a:spcBef>
            </a:pPr>
            <a:r>
              <a:rPr dirty="0" sz="1200">
                <a:latin typeface="Calibri"/>
                <a:cs typeface="Calibri"/>
              </a:rPr>
              <a:t>e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Account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9" name="object 329" descr=""/>
          <p:cNvSpPr/>
          <p:nvPr/>
        </p:nvSpPr>
        <p:spPr>
          <a:xfrm>
            <a:off x="3058795" y="3820794"/>
            <a:ext cx="523240" cy="255270"/>
          </a:xfrm>
          <a:custGeom>
            <a:avLst/>
            <a:gdLst/>
            <a:ahLst/>
            <a:cxnLst/>
            <a:rect l="l" t="t" r="r" b="b"/>
            <a:pathLst>
              <a:path w="523239" h="255270">
                <a:moveTo>
                  <a:pt x="523240" y="0"/>
                </a:moveTo>
                <a:lnTo>
                  <a:pt x="0" y="0"/>
                </a:lnTo>
                <a:lnTo>
                  <a:pt x="0" y="255270"/>
                </a:lnTo>
                <a:lnTo>
                  <a:pt x="523240" y="255270"/>
                </a:lnTo>
                <a:lnTo>
                  <a:pt x="5232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0" name="object 330" descr=""/>
          <p:cNvSpPr txBox="1"/>
          <p:nvPr/>
        </p:nvSpPr>
        <p:spPr>
          <a:xfrm>
            <a:off x="3058795" y="3853433"/>
            <a:ext cx="5384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6375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Calibri"/>
                <a:cs typeface="Calibri"/>
              </a:rPr>
              <a:t>Creat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1" name="object 331" descr=""/>
          <p:cNvSpPr txBox="1"/>
          <p:nvPr/>
        </p:nvSpPr>
        <p:spPr>
          <a:xfrm>
            <a:off x="615315" y="1864994"/>
            <a:ext cx="1379220" cy="58293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endParaRPr sz="1200">
              <a:latin typeface="Times New Roman"/>
              <a:cs typeface="Times New Roman"/>
            </a:endParaRPr>
          </a:p>
          <a:p>
            <a:pPr marL="381635">
              <a:lnSpc>
                <a:spcPct val="100000"/>
              </a:lnSpc>
            </a:pPr>
            <a:r>
              <a:rPr dirty="0" sz="1200" spc="-10">
                <a:latin typeface="Calibri"/>
                <a:cs typeface="Calibri"/>
              </a:rPr>
              <a:t>Employee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2" name="object 332" descr=""/>
          <p:cNvSpPr/>
          <p:nvPr/>
        </p:nvSpPr>
        <p:spPr>
          <a:xfrm>
            <a:off x="3052445" y="1867534"/>
            <a:ext cx="1375410" cy="582930"/>
          </a:xfrm>
          <a:custGeom>
            <a:avLst/>
            <a:gdLst/>
            <a:ahLst/>
            <a:cxnLst/>
            <a:rect l="l" t="t" r="r" b="b"/>
            <a:pathLst>
              <a:path w="1375410" h="582930">
                <a:moveTo>
                  <a:pt x="0" y="582929"/>
                </a:moveTo>
                <a:lnTo>
                  <a:pt x="1375409" y="582929"/>
                </a:lnTo>
                <a:lnTo>
                  <a:pt x="1375409" y="0"/>
                </a:lnTo>
                <a:lnTo>
                  <a:pt x="0" y="0"/>
                </a:lnTo>
                <a:lnTo>
                  <a:pt x="0" y="58292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3" name="object 333" descr=""/>
          <p:cNvSpPr txBox="1"/>
          <p:nvPr/>
        </p:nvSpPr>
        <p:spPr>
          <a:xfrm>
            <a:off x="3058795" y="1956942"/>
            <a:ext cx="1360805" cy="3943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408305" marR="392430" indent="54610">
              <a:lnSpc>
                <a:spcPct val="101699"/>
              </a:lnSpc>
              <a:spcBef>
                <a:spcPts val="75"/>
              </a:spcBef>
            </a:pPr>
            <a:r>
              <a:rPr dirty="0" sz="1200" spc="-10">
                <a:latin typeface="Calibri"/>
                <a:cs typeface="Calibri"/>
              </a:rPr>
              <a:t>System Manager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4" name="object 334" descr=""/>
          <p:cNvSpPr/>
          <p:nvPr/>
        </p:nvSpPr>
        <p:spPr>
          <a:xfrm>
            <a:off x="5551170" y="1866899"/>
            <a:ext cx="1379220" cy="582930"/>
          </a:xfrm>
          <a:custGeom>
            <a:avLst/>
            <a:gdLst/>
            <a:ahLst/>
            <a:cxnLst/>
            <a:rect l="l" t="t" r="r" b="b"/>
            <a:pathLst>
              <a:path w="1379220" h="582930">
                <a:moveTo>
                  <a:pt x="0" y="582929"/>
                </a:moveTo>
                <a:lnTo>
                  <a:pt x="1379220" y="582929"/>
                </a:lnTo>
                <a:lnTo>
                  <a:pt x="1379220" y="0"/>
                </a:lnTo>
                <a:lnTo>
                  <a:pt x="0" y="0"/>
                </a:lnTo>
                <a:lnTo>
                  <a:pt x="0" y="58292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5" name="object 335" descr=""/>
          <p:cNvSpPr txBox="1"/>
          <p:nvPr/>
        </p:nvSpPr>
        <p:spPr>
          <a:xfrm>
            <a:off x="5557520" y="2054478"/>
            <a:ext cx="13665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Admin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6" name="object 336" descr=""/>
          <p:cNvSpPr txBox="1"/>
          <p:nvPr/>
        </p:nvSpPr>
        <p:spPr>
          <a:xfrm>
            <a:off x="1843404" y="2967989"/>
            <a:ext cx="1371600" cy="267970"/>
          </a:xfrm>
          <a:prstGeom prst="rect">
            <a:avLst/>
          </a:prstGeom>
          <a:ln w="12700">
            <a:solidFill>
              <a:srgbClr val="4470C4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 marL="220979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Calibri"/>
                <a:cs typeface="Calibri"/>
              </a:rPr>
              <a:t>Provide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Details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7" name="object 337" descr=""/>
          <p:cNvSpPr txBox="1"/>
          <p:nvPr/>
        </p:nvSpPr>
        <p:spPr>
          <a:xfrm>
            <a:off x="4257675" y="2970529"/>
            <a:ext cx="1371600" cy="267970"/>
          </a:xfrm>
          <a:prstGeom prst="rect">
            <a:avLst/>
          </a:prstGeom>
          <a:ln w="12700">
            <a:solidFill>
              <a:srgbClr val="4470C4"/>
            </a:solidFill>
          </a:ln>
        </p:spPr>
        <p:txBody>
          <a:bodyPr wrap="square" lIns="0" tIns="53975" rIns="0" bIns="0" rtlCol="0" vert="horz">
            <a:spAutoFit/>
          </a:bodyPr>
          <a:lstStyle/>
          <a:p>
            <a:pPr marL="220979">
              <a:lnSpc>
                <a:spcPct val="100000"/>
              </a:lnSpc>
              <a:spcBef>
                <a:spcPts val="425"/>
              </a:spcBef>
            </a:pPr>
            <a:r>
              <a:rPr dirty="0" sz="1200" spc="-10">
                <a:latin typeface="Calibri"/>
                <a:cs typeface="Calibri"/>
              </a:rPr>
              <a:t>Provide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Details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8" name="object 338" descr=""/>
          <p:cNvSpPr txBox="1"/>
          <p:nvPr/>
        </p:nvSpPr>
        <p:spPr>
          <a:xfrm>
            <a:off x="1870075" y="4649469"/>
            <a:ext cx="1371600" cy="267970"/>
          </a:xfrm>
          <a:prstGeom prst="rect">
            <a:avLst/>
          </a:prstGeom>
          <a:ln w="12700">
            <a:solidFill>
              <a:srgbClr val="4470C4"/>
            </a:solidFill>
          </a:ln>
        </p:spPr>
        <p:txBody>
          <a:bodyPr wrap="square" lIns="0" tIns="54610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430"/>
              </a:spcBef>
            </a:pPr>
            <a:r>
              <a:rPr dirty="0" sz="1200">
                <a:latin typeface="Calibri"/>
                <a:cs typeface="Calibri"/>
              </a:rPr>
              <a:t>Log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9" name="object 339" descr=""/>
          <p:cNvSpPr txBox="1"/>
          <p:nvPr/>
        </p:nvSpPr>
        <p:spPr>
          <a:xfrm>
            <a:off x="1868804" y="5546089"/>
            <a:ext cx="1371600" cy="267970"/>
          </a:xfrm>
          <a:prstGeom prst="rect">
            <a:avLst/>
          </a:prstGeom>
          <a:ln w="12700">
            <a:solidFill>
              <a:srgbClr val="4470C4"/>
            </a:solidFill>
          </a:ln>
        </p:spPr>
        <p:txBody>
          <a:bodyPr wrap="square" lIns="0" tIns="54610" rIns="0" bIns="0" rtlCol="0" vert="horz">
            <a:spAutoFit/>
          </a:bodyPr>
          <a:lstStyle/>
          <a:p>
            <a:pPr marL="307975">
              <a:lnSpc>
                <a:spcPct val="100000"/>
              </a:lnSpc>
              <a:spcBef>
                <a:spcPts val="430"/>
              </a:spcBef>
            </a:pPr>
            <a:r>
              <a:rPr dirty="0" sz="1200" spc="-10">
                <a:latin typeface="Calibri"/>
                <a:cs typeface="Calibri"/>
              </a:rPr>
              <a:t>Authenicate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0" name="object 340" descr=""/>
          <p:cNvSpPr txBox="1"/>
          <p:nvPr/>
        </p:nvSpPr>
        <p:spPr>
          <a:xfrm>
            <a:off x="1623060" y="6473824"/>
            <a:ext cx="1694180" cy="464820"/>
          </a:xfrm>
          <a:prstGeom prst="rect">
            <a:avLst/>
          </a:prstGeom>
          <a:ln w="12700">
            <a:solidFill>
              <a:srgbClr val="4470C4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102235" marR="99695" indent="411480">
              <a:lnSpc>
                <a:spcPct val="101699"/>
              </a:lnSpc>
              <a:spcBef>
                <a:spcPts val="375"/>
              </a:spcBef>
            </a:pPr>
            <a:r>
              <a:rPr dirty="0" sz="1200">
                <a:latin typeface="Calibri"/>
                <a:cs typeface="Calibri"/>
              </a:rPr>
              <a:t>Request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 spc="-10">
                <a:latin typeface="Calibri"/>
                <a:cs typeface="Calibri"/>
              </a:rPr>
              <a:t>modify/remove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account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1" name="object 341" descr=""/>
          <p:cNvSpPr txBox="1"/>
          <p:nvPr/>
        </p:nvSpPr>
        <p:spPr>
          <a:xfrm>
            <a:off x="4328795" y="6579234"/>
            <a:ext cx="1371600" cy="267970"/>
          </a:xfrm>
          <a:prstGeom prst="rect">
            <a:avLst/>
          </a:prstGeom>
          <a:ln w="12700">
            <a:solidFill>
              <a:srgbClr val="4470C4"/>
            </a:solidFill>
          </a:ln>
        </p:spPr>
        <p:txBody>
          <a:bodyPr wrap="square" lIns="0" tIns="52069" rIns="0" bIns="0" rtlCol="0" vert="horz">
            <a:spAutoFit/>
          </a:bodyPr>
          <a:lstStyle/>
          <a:p>
            <a:pPr marL="159385">
              <a:lnSpc>
                <a:spcPct val="100000"/>
              </a:lnSpc>
              <a:spcBef>
                <a:spcPts val="409"/>
              </a:spcBef>
            </a:pPr>
            <a:r>
              <a:rPr dirty="0" sz="1200" spc="-10">
                <a:latin typeface="Calibri"/>
                <a:cs typeface="Calibri"/>
              </a:rPr>
              <a:t>Forward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812925" y="3676649"/>
            <a:ext cx="2080895" cy="787400"/>
            <a:chOff x="1812925" y="3676649"/>
            <a:chExt cx="2080895" cy="787400"/>
          </a:xfrm>
        </p:grpSpPr>
        <p:sp>
          <p:nvSpPr>
            <p:cNvPr id="3" name="object 3" descr=""/>
            <p:cNvSpPr/>
            <p:nvPr/>
          </p:nvSpPr>
          <p:spPr>
            <a:xfrm>
              <a:off x="1851025" y="3967098"/>
              <a:ext cx="2042795" cy="496570"/>
            </a:xfrm>
            <a:custGeom>
              <a:avLst/>
              <a:gdLst/>
              <a:ahLst/>
              <a:cxnLst/>
              <a:rect l="l" t="t" r="r" b="b"/>
              <a:pathLst>
                <a:path w="2042795" h="496570">
                  <a:moveTo>
                    <a:pt x="2031364" y="496569"/>
                  </a:moveTo>
                  <a:lnTo>
                    <a:pt x="2031364" y="0"/>
                  </a:lnTo>
                </a:path>
                <a:path w="2042795" h="496570">
                  <a:moveTo>
                    <a:pt x="0" y="0"/>
                  </a:moveTo>
                  <a:lnTo>
                    <a:pt x="2042795" y="0"/>
                  </a:lnTo>
                </a:path>
              </a:pathLst>
            </a:custGeom>
            <a:ln w="12700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2925" y="3676649"/>
              <a:ext cx="76200" cy="273684"/>
            </a:xfrm>
            <a:prstGeom prst="rect">
              <a:avLst/>
            </a:prstGeom>
          </p:spPr>
        </p:pic>
      </p:grpSp>
      <p:sp>
        <p:nvSpPr>
          <p:cNvPr id="5" name="object 5" descr=""/>
          <p:cNvSpPr/>
          <p:nvPr/>
        </p:nvSpPr>
        <p:spPr>
          <a:xfrm>
            <a:off x="5094604" y="5324601"/>
            <a:ext cx="899160" cy="0"/>
          </a:xfrm>
          <a:custGeom>
            <a:avLst/>
            <a:gdLst/>
            <a:ahLst/>
            <a:cxnLst/>
            <a:rect l="l" t="t" r="r" b="b"/>
            <a:pathLst>
              <a:path w="899160" h="0">
                <a:moveTo>
                  <a:pt x="0" y="0"/>
                </a:moveTo>
                <a:lnTo>
                  <a:pt x="449580" y="0"/>
                </a:lnTo>
                <a:lnTo>
                  <a:pt x="899160" y="0"/>
                </a:lnTo>
              </a:path>
            </a:pathLst>
          </a:custGeom>
          <a:ln w="6350">
            <a:solidFill>
              <a:srgbClr val="4470C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1892300" y="5513196"/>
            <a:ext cx="737870" cy="1730375"/>
            <a:chOff x="1892300" y="5513196"/>
            <a:chExt cx="737870" cy="1730375"/>
          </a:xfrm>
        </p:grpSpPr>
        <p:sp>
          <p:nvSpPr>
            <p:cNvPr id="7" name="object 7" descr=""/>
            <p:cNvSpPr/>
            <p:nvPr/>
          </p:nvSpPr>
          <p:spPr>
            <a:xfrm>
              <a:off x="1930400" y="5516371"/>
              <a:ext cx="699770" cy="0"/>
            </a:xfrm>
            <a:custGeom>
              <a:avLst/>
              <a:gdLst/>
              <a:ahLst/>
              <a:cxnLst/>
              <a:rect l="l" t="t" r="r" b="b"/>
              <a:pathLst>
                <a:path w="699769" h="0">
                  <a:moveTo>
                    <a:pt x="699769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892300" y="5516371"/>
              <a:ext cx="76200" cy="1727200"/>
            </a:xfrm>
            <a:custGeom>
              <a:avLst/>
              <a:gdLst/>
              <a:ahLst/>
              <a:cxnLst/>
              <a:rect l="l" t="t" r="r" b="b"/>
              <a:pathLst>
                <a:path w="76200" h="1727200">
                  <a:moveTo>
                    <a:pt x="41275" y="0"/>
                  </a:moveTo>
                  <a:lnTo>
                    <a:pt x="34925" y="0"/>
                  </a:lnTo>
                  <a:lnTo>
                    <a:pt x="34925" y="1651000"/>
                  </a:lnTo>
                  <a:lnTo>
                    <a:pt x="0" y="1651000"/>
                  </a:lnTo>
                  <a:lnTo>
                    <a:pt x="38100" y="1727200"/>
                  </a:lnTo>
                  <a:lnTo>
                    <a:pt x="76200" y="1651000"/>
                  </a:lnTo>
                  <a:lnTo>
                    <a:pt x="41275" y="1651000"/>
                  </a:lnTo>
                  <a:lnTo>
                    <a:pt x="4127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5986779" y="5324601"/>
            <a:ext cx="100330" cy="2686685"/>
          </a:xfrm>
          <a:custGeom>
            <a:avLst/>
            <a:gdLst/>
            <a:ahLst/>
            <a:cxnLst/>
            <a:rect l="l" t="t" r="r" b="b"/>
            <a:pathLst>
              <a:path w="100329" h="2686684">
                <a:moveTo>
                  <a:pt x="6350" y="0"/>
                </a:moveTo>
                <a:lnTo>
                  <a:pt x="0" y="127"/>
                </a:lnTo>
                <a:lnTo>
                  <a:pt x="58674" y="2610612"/>
                </a:lnTo>
                <a:lnTo>
                  <a:pt x="23749" y="2611374"/>
                </a:lnTo>
                <a:lnTo>
                  <a:pt x="63500" y="2686685"/>
                </a:lnTo>
                <a:lnTo>
                  <a:pt x="99822" y="2609723"/>
                </a:lnTo>
                <a:lnTo>
                  <a:pt x="65024" y="2610485"/>
                </a:lnTo>
                <a:lnTo>
                  <a:pt x="6350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261995" y="6428104"/>
            <a:ext cx="530225" cy="2062480"/>
          </a:xfrm>
          <a:custGeom>
            <a:avLst/>
            <a:gdLst/>
            <a:ahLst/>
            <a:cxnLst/>
            <a:rect l="l" t="t" r="r" b="b"/>
            <a:pathLst>
              <a:path w="530225" h="2062479">
                <a:moveTo>
                  <a:pt x="527050" y="0"/>
                </a:moveTo>
                <a:lnTo>
                  <a:pt x="527050" y="2058034"/>
                </a:lnTo>
              </a:path>
              <a:path w="530225" h="2062479">
                <a:moveTo>
                  <a:pt x="530225" y="2061971"/>
                </a:moveTo>
                <a:lnTo>
                  <a:pt x="0" y="2061971"/>
                </a:lnTo>
              </a:path>
            </a:pathLst>
          </a:custGeom>
          <a:ln w="6350">
            <a:solidFill>
              <a:srgbClr val="4470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225165" y="8512301"/>
            <a:ext cx="76200" cy="336550"/>
          </a:xfrm>
          <a:custGeom>
            <a:avLst/>
            <a:gdLst/>
            <a:ahLst/>
            <a:cxnLst/>
            <a:rect l="l" t="t" r="r" b="b"/>
            <a:pathLst>
              <a:path w="76200" h="336550">
                <a:moveTo>
                  <a:pt x="76200" y="260350"/>
                </a:moveTo>
                <a:lnTo>
                  <a:pt x="41275" y="260350"/>
                </a:lnTo>
                <a:lnTo>
                  <a:pt x="41275" y="0"/>
                </a:lnTo>
                <a:lnTo>
                  <a:pt x="34925" y="0"/>
                </a:lnTo>
                <a:lnTo>
                  <a:pt x="34925" y="260350"/>
                </a:lnTo>
                <a:lnTo>
                  <a:pt x="0" y="260350"/>
                </a:lnTo>
                <a:lnTo>
                  <a:pt x="38100" y="336550"/>
                </a:lnTo>
                <a:lnTo>
                  <a:pt x="69850" y="273050"/>
                </a:lnTo>
                <a:lnTo>
                  <a:pt x="76200" y="26035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2620010" y="4494529"/>
            <a:ext cx="2477135" cy="1936750"/>
            <a:chOff x="2620010" y="4494529"/>
            <a:chExt cx="2477135" cy="1936750"/>
          </a:xfrm>
        </p:grpSpPr>
        <p:sp>
          <p:nvSpPr>
            <p:cNvPr id="13" name="object 13" descr=""/>
            <p:cNvSpPr/>
            <p:nvPr/>
          </p:nvSpPr>
          <p:spPr>
            <a:xfrm>
              <a:off x="2626360" y="5655309"/>
              <a:ext cx="2464435" cy="769620"/>
            </a:xfrm>
            <a:custGeom>
              <a:avLst/>
              <a:gdLst/>
              <a:ahLst/>
              <a:cxnLst/>
              <a:rect l="l" t="t" r="r" b="b"/>
              <a:pathLst>
                <a:path w="2464435" h="769620">
                  <a:moveTo>
                    <a:pt x="2464435" y="0"/>
                  </a:moveTo>
                  <a:lnTo>
                    <a:pt x="0" y="0"/>
                  </a:lnTo>
                  <a:lnTo>
                    <a:pt x="0" y="769620"/>
                  </a:lnTo>
                  <a:lnTo>
                    <a:pt x="2464435" y="769620"/>
                  </a:lnTo>
                  <a:lnTo>
                    <a:pt x="246443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626360" y="5655309"/>
              <a:ext cx="2464435" cy="769620"/>
            </a:xfrm>
            <a:custGeom>
              <a:avLst/>
              <a:gdLst/>
              <a:ahLst/>
              <a:cxnLst/>
              <a:rect l="l" t="t" r="r" b="b"/>
              <a:pathLst>
                <a:path w="2464435" h="769620">
                  <a:moveTo>
                    <a:pt x="0" y="769620"/>
                  </a:moveTo>
                  <a:lnTo>
                    <a:pt x="2464435" y="769620"/>
                  </a:lnTo>
                  <a:lnTo>
                    <a:pt x="2464435" y="0"/>
                  </a:lnTo>
                  <a:lnTo>
                    <a:pt x="0" y="0"/>
                  </a:lnTo>
                  <a:lnTo>
                    <a:pt x="0" y="76962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626360" y="4958968"/>
              <a:ext cx="2464435" cy="696595"/>
            </a:xfrm>
            <a:custGeom>
              <a:avLst/>
              <a:gdLst/>
              <a:ahLst/>
              <a:cxnLst/>
              <a:rect l="l" t="t" r="r" b="b"/>
              <a:pathLst>
                <a:path w="2464435" h="696595">
                  <a:moveTo>
                    <a:pt x="2464435" y="0"/>
                  </a:moveTo>
                  <a:lnTo>
                    <a:pt x="0" y="0"/>
                  </a:lnTo>
                  <a:lnTo>
                    <a:pt x="0" y="696595"/>
                  </a:lnTo>
                  <a:lnTo>
                    <a:pt x="2464435" y="696595"/>
                  </a:lnTo>
                  <a:lnTo>
                    <a:pt x="246443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626360" y="4958968"/>
              <a:ext cx="2464435" cy="696595"/>
            </a:xfrm>
            <a:custGeom>
              <a:avLst/>
              <a:gdLst/>
              <a:ahLst/>
              <a:cxnLst/>
              <a:rect l="l" t="t" r="r" b="b"/>
              <a:pathLst>
                <a:path w="2464435" h="696595">
                  <a:moveTo>
                    <a:pt x="0" y="696595"/>
                  </a:moveTo>
                  <a:lnTo>
                    <a:pt x="2464435" y="696595"/>
                  </a:lnTo>
                  <a:lnTo>
                    <a:pt x="2464435" y="0"/>
                  </a:lnTo>
                  <a:lnTo>
                    <a:pt x="0" y="0"/>
                  </a:lnTo>
                  <a:lnTo>
                    <a:pt x="0" y="69659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626360" y="4500879"/>
              <a:ext cx="2464435" cy="458470"/>
            </a:xfrm>
            <a:custGeom>
              <a:avLst/>
              <a:gdLst/>
              <a:ahLst/>
              <a:cxnLst/>
              <a:rect l="l" t="t" r="r" b="b"/>
              <a:pathLst>
                <a:path w="2464435" h="458470">
                  <a:moveTo>
                    <a:pt x="2464435" y="0"/>
                  </a:moveTo>
                  <a:lnTo>
                    <a:pt x="0" y="0"/>
                  </a:lnTo>
                  <a:lnTo>
                    <a:pt x="0" y="458470"/>
                  </a:lnTo>
                  <a:lnTo>
                    <a:pt x="2464435" y="458470"/>
                  </a:lnTo>
                  <a:lnTo>
                    <a:pt x="2464435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626360" y="4500879"/>
              <a:ext cx="2464435" cy="458470"/>
            </a:xfrm>
            <a:custGeom>
              <a:avLst/>
              <a:gdLst/>
              <a:ahLst/>
              <a:cxnLst/>
              <a:rect l="l" t="t" r="r" b="b"/>
              <a:pathLst>
                <a:path w="2464435" h="458470">
                  <a:moveTo>
                    <a:pt x="0" y="458470"/>
                  </a:moveTo>
                  <a:lnTo>
                    <a:pt x="2464435" y="458470"/>
                  </a:lnTo>
                  <a:lnTo>
                    <a:pt x="2464435" y="0"/>
                  </a:lnTo>
                  <a:lnTo>
                    <a:pt x="0" y="0"/>
                  </a:lnTo>
                  <a:lnTo>
                    <a:pt x="0" y="45847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2713482" y="4621783"/>
            <a:ext cx="1716405" cy="1705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4551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Admin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200">
              <a:latin typeface="Calibri"/>
              <a:cs typeface="Calibri"/>
            </a:endParaRPr>
          </a:p>
          <a:p>
            <a:pPr marL="472440" indent="-228600">
              <a:lnSpc>
                <a:spcPct val="100000"/>
              </a:lnSpc>
              <a:buChar char="-"/>
              <a:tabLst>
                <a:tab pos="472440" algn="l"/>
              </a:tabLst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AdminID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1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String</a:t>
            </a:r>
            <a:endParaRPr sz="1200">
              <a:latin typeface="Calibri"/>
              <a:cs typeface="Calibri"/>
            </a:endParaRPr>
          </a:p>
          <a:p>
            <a:pPr marL="472440" indent="-228600">
              <a:lnSpc>
                <a:spcPct val="100000"/>
              </a:lnSpc>
              <a:spcBef>
                <a:spcPts val="25"/>
              </a:spcBef>
              <a:buChar char="-"/>
              <a:tabLst>
                <a:tab pos="472440" algn="l"/>
              </a:tabLst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AdminName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1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String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AddEntries</a:t>
            </a:r>
            <a:r>
              <a:rPr dirty="0" sz="12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()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UpdateEntries()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DeleteEntries()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4598670" y="3295014"/>
            <a:ext cx="1782445" cy="1168400"/>
            <a:chOff x="4598670" y="3295014"/>
            <a:chExt cx="1782445" cy="1168400"/>
          </a:xfrm>
        </p:grpSpPr>
        <p:sp>
          <p:nvSpPr>
            <p:cNvPr id="21" name="object 21" descr=""/>
            <p:cNvSpPr/>
            <p:nvPr/>
          </p:nvSpPr>
          <p:spPr>
            <a:xfrm>
              <a:off x="4605020" y="3962653"/>
              <a:ext cx="1737995" cy="500380"/>
            </a:xfrm>
            <a:custGeom>
              <a:avLst/>
              <a:gdLst/>
              <a:ahLst/>
              <a:cxnLst/>
              <a:rect l="l" t="t" r="r" b="b"/>
              <a:pathLst>
                <a:path w="1737995" h="500379">
                  <a:moveTo>
                    <a:pt x="0" y="500379"/>
                  </a:moveTo>
                  <a:lnTo>
                    <a:pt x="0" y="0"/>
                  </a:lnTo>
                </a:path>
                <a:path w="1737995" h="500379">
                  <a:moveTo>
                    <a:pt x="0" y="0"/>
                  </a:moveTo>
                  <a:lnTo>
                    <a:pt x="1737994" y="0"/>
                  </a:lnTo>
                </a:path>
              </a:pathLst>
            </a:custGeom>
            <a:ln w="12700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304915" y="3295014"/>
              <a:ext cx="76200" cy="623570"/>
            </a:xfrm>
            <a:custGeom>
              <a:avLst/>
              <a:gdLst/>
              <a:ahLst/>
              <a:cxnLst/>
              <a:rect l="l" t="t" r="r" b="b"/>
              <a:pathLst>
                <a:path w="76200" h="623570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4925" y="76200"/>
                  </a:lnTo>
                  <a:lnTo>
                    <a:pt x="34925" y="623570"/>
                  </a:lnTo>
                  <a:lnTo>
                    <a:pt x="41275" y="623570"/>
                  </a:lnTo>
                  <a:lnTo>
                    <a:pt x="41275" y="7620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304800" y="303783"/>
            <a:ext cx="6949440" cy="10083165"/>
            <a:chOff x="304800" y="303783"/>
            <a:chExt cx="6949440" cy="10083165"/>
          </a:xfrm>
        </p:grpSpPr>
        <p:sp>
          <p:nvSpPr>
            <p:cNvPr id="24" name="object 24" descr=""/>
            <p:cNvSpPr/>
            <p:nvPr/>
          </p:nvSpPr>
          <p:spPr>
            <a:xfrm>
              <a:off x="344728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129540"/>
                  </a:moveTo>
                  <a:lnTo>
                    <a:pt x="56388" y="129540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623" y="185420"/>
                  </a:lnTo>
                  <a:lnTo>
                    <a:pt x="185623" y="12954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04800" y="10161523"/>
              <a:ext cx="226060" cy="224790"/>
            </a:xfrm>
            <a:custGeom>
              <a:avLst/>
              <a:gdLst/>
              <a:ahLst/>
              <a:cxnLst/>
              <a:rect l="l" t="t" r="r" b="b"/>
              <a:pathLst>
                <a:path w="226059" h="224790">
                  <a:moveTo>
                    <a:pt x="135940" y="29210"/>
                  </a:moveTo>
                  <a:lnTo>
                    <a:pt x="6705" y="29210"/>
                  </a:lnTo>
                  <a:lnTo>
                    <a:pt x="6705" y="0"/>
                  </a:lnTo>
                  <a:lnTo>
                    <a:pt x="0" y="0"/>
                  </a:lnTo>
                  <a:lnTo>
                    <a:pt x="0" y="29210"/>
                  </a:lnTo>
                  <a:lnTo>
                    <a:pt x="0" y="36830"/>
                  </a:lnTo>
                  <a:lnTo>
                    <a:pt x="135940" y="36830"/>
                  </a:lnTo>
                  <a:lnTo>
                    <a:pt x="135940" y="29210"/>
                  </a:lnTo>
                  <a:close/>
                </a:path>
                <a:path w="226059" h="224790">
                  <a:moveTo>
                    <a:pt x="225552" y="218440"/>
                  </a:moveTo>
                  <a:lnTo>
                    <a:pt x="185623" y="218440"/>
                  </a:lnTo>
                  <a:lnTo>
                    <a:pt x="185623" y="86360"/>
                  </a:lnTo>
                  <a:lnTo>
                    <a:pt x="185623" y="78740"/>
                  </a:lnTo>
                  <a:lnTo>
                    <a:pt x="146608" y="78740"/>
                  </a:lnTo>
                  <a:lnTo>
                    <a:pt x="146608" y="29210"/>
                  </a:lnTo>
                  <a:lnTo>
                    <a:pt x="139293" y="29210"/>
                  </a:lnTo>
                  <a:lnTo>
                    <a:pt x="139293" y="78740"/>
                  </a:lnTo>
                  <a:lnTo>
                    <a:pt x="0" y="78740"/>
                  </a:lnTo>
                  <a:lnTo>
                    <a:pt x="0" y="8636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135940" y="224790"/>
                  </a:lnTo>
                  <a:lnTo>
                    <a:pt x="135940" y="218440"/>
                  </a:lnTo>
                  <a:lnTo>
                    <a:pt x="6705" y="218440"/>
                  </a:lnTo>
                  <a:lnTo>
                    <a:pt x="6705" y="86360"/>
                  </a:lnTo>
                  <a:lnTo>
                    <a:pt x="139293" y="86360"/>
                  </a:lnTo>
                  <a:lnTo>
                    <a:pt x="139293" y="218440"/>
                  </a:lnTo>
                  <a:lnTo>
                    <a:pt x="139293" y="224790"/>
                  </a:lnTo>
                  <a:lnTo>
                    <a:pt x="146608" y="224790"/>
                  </a:lnTo>
                  <a:lnTo>
                    <a:pt x="146608" y="218440"/>
                  </a:lnTo>
                  <a:lnTo>
                    <a:pt x="146608" y="86360"/>
                  </a:lnTo>
                  <a:lnTo>
                    <a:pt x="179222" y="86360"/>
                  </a:lnTo>
                  <a:lnTo>
                    <a:pt x="179222" y="218440"/>
                  </a:lnTo>
                  <a:lnTo>
                    <a:pt x="179222" y="224790"/>
                  </a:lnTo>
                  <a:lnTo>
                    <a:pt x="225552" y="224790"/>
                  </a:lnTo>
                  <a:lnTo>
                    <a:pt x="225552" y="2184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44728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0" y="185420"/>
                  </a:lnTo>
                  <a:lnTo>
                    <a:pt x="56388" y="185420"/>
                  </a:lnTo>
                  <a:lnTo>
                    <a:pt x="56388" y="55880"/>
                  </a:lnTo>
                  <a:lnTo>
                    <a:pt x="185623" y="55880"/>
                  </a:lnTo>
                  <a:lnTo>
                    <a:pt x="18562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04800" y="303783"/>
              <a:ext cx="226060" cy="226060"/>
            </a:xfrm>
            <a:custGeom>
              <a:avLst/>
              <a:gdLst/>
              <a:ahLst/>
              <a:cxnLst/>
              <a:rect l="l" t="t" r="r" b="b"/>
              <a:pathLst>
                <a:path w="226059" h="226059">
                  <a:moveTo>
                    <a:pt x="195681" y="139700"/>
                  </a:moveTo>
                  <a:lnTo>
                    <a:pt x="146608" y="139700"/>
                  </a:lnTo>
                  <a:lnTo>
                    <a:pt x="146608" y="135890"/>
                  </a:lnTo>
                  <a:lnTo>
                    <a:pt x="146608" y="7620"/>
                  </a:lnTo>
                  <a:lnTo>
                    <a:pt x="146608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135890"/>
                  </a:lnTo>
                  <a:lnTo>
                    <a:pt x="6705" y="135890"/>
                  </a:lnTo>
                  <a:lnTo>
                    <a:pt x="6705" y="7620"/>
                  </a:lnTo>
                  <a:lnTo>
                    <a:pt x="139293" y="7620"/>
                  </a:lnTo>
                  <a:lnTo>
                    <a:pt x="139293" y="135890"/>
                  </a:lnTo>
                  <a:lnTo>
                    <a:pt x="139293" y="139700"/>
                  </a:lnTo>
                  <a:lnTo>
                    <a:pt x="0" y="139700"/>
                  </a:lnTo>
                  <a:lnTo>
                    <a:pt x="0" y="147320"/>
                  </a:lnTo>
                  <a:lnTo>
                    <a:pt x="139293" y="147320"/>
                  </a:lnTo>
                  <a:lnTo>
                    <a:pt x="139293" y="179070"/>
                  </a:lnTo>
                  <a:lnTo>
                    <a:pt x="0" y="179070"/>
                  </a:lnTo>
                  <a:lnTo>
                    <a:pt x="0" y="186690"/>
                  </a:lnTo>
                  <a:lnTo>
                    <a:pt x="0" y="226060"/>
                  </a:lnTo>
                  <a:lnTo>
                    <a:pt x="6705" y="226060"/>
                  </a:lnTo>
                  <a:lnTo>
                    <a:pt x="6705" y="186690"/>
                  </a:lnTo>
                  <a:lnTo>
                    <a:pt x="146608" y="186690"/>
                  </a:lnTo>
                  <a:lnTo>
                    <a:pt x="146608" y="179070"/>
                  </a:lnTo>
                  <a:lnTo>
                    <a:pt x="146608" y="147320"/>
                  </a:lnTo>
                  <a:lnTo>
                    <a:pt x="195681" y="147320"/>
                  </a:lnTo>
                  <a:lnTo>
                    <a:pt x="195681" y="139700"/>
                  </a:lnTo>
                  <a:close/>
                </a:path>
                <a:path w="226059" h="226059">
                  <a:moveTo>
                    <a:pt x="225552" y="0"/>
                  </a:moveTo>
                  <a:lnTo>
                    <a:pt x="188976" y="0"/>
                  </a:lnTo>
                  <a:lnTo>
                    <a:pt x="188976" y="7620"/>
                  </a:lnTo>
                  <a:lnTo>
                    <a:pt x="188976" y="135890"/>
                  </a:lnTo>
                  <a:lnTo>
                    <a:pt x="195681" y="135890"/>
                  </a:lnTo>
                  <a:lnTo>
                    <a:pt x="195681" y="7620"/>
                  </a:lnTo>
                  <a:lnTo>
                    <a:pt x="225552" y="7620"/>
                  </a:lnTo>
                  <a:lnTo>
                    <a:pt x="2255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3370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3370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6535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6535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99700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9700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22895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22895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460627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460627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69227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69227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92392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92392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15582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15582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38747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38747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61912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61912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85115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85115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082798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082798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31444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31444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54609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354609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777996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3777996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00964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00964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241291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241291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47319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47319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4704841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4704841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493649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493649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5168138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168138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5400166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5400166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563181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563181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586346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586346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609536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609536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632701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632701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6558660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6558660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6793738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6793738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53370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53370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76535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76535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99700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99700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22895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22895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460627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460627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69227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69227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92392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92392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215582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215582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238747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238747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261912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261912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285115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285115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3082798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3082798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331444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331444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354609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354609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3777996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3777996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400964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400964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4241291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4241291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447319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447319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4704841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4704841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493649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493649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5168138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5168138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5400166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5400166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563181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563181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586346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586346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609536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609536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632701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632701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6558660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6558660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6793738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6793738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7028434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10" y="0"/>
                  </a:moveTo>
                  <a:lnTo>
                    <a:pt x="129159" y="0"/>
                  </a:lnTo>
                  <a:lnTo>
                    <a:pt x="129159" y="12954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597" y="185420"/>
                  </a:lnTo>
                  <a:lnTo>
                    <a:pt x="185597" y="129540"/>
                  </a:lnTo>
                  <a:lnTo>
                    <a:pt x="18561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7028434" y="10161523"/>
              <a:ext cx="225425" cy="224790"/>
            </a:xfrm>
            <a:custGeom>
              <a:avLst/>
              <a:gdLst/>
              <a:ahLst/>
              <a:cxnLst/>
              <a:rect l="l" t="t" r="r" b="b"/>
              <a:pathLst>
                <a:path w="225425" h="224790">
                  <a:moveTo>
                    <a:pt x="36258" y="218440"/>
                  </a:moveTo>
                  <a:lnTo>
                    <a:pt x="36245" y="88900"/>
                  </a:lnTo>
                  <a:lnTo>
                    <a:pt x="29845" y="88900"/>
                  </a:lnTo>
                  <a:lnTo>
                    <a:pt x="29845" y="21844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36258" y="224790"/>
                  </a:lnTo>
                  <a:lnTo>
                    <a:pt x="36258" y="218440"/>
                  </a:lnTo>
                  <a:close/>
                </a:path>
                <a:path w="225425" h="224790">
                  <a:moveTo>
                    <a:pt x="225171" y="0"/>
                  </a:moveTo>
                  <a:lnTo>
                    <a:pt x="218821" y="0"/>
                  </a:lnTo>
                  <a:lnTo>
                    <a:pt x="218821" y="39370"/>
                  </a:lnTo>
                  <a:lnTo>
                    <a:pt x="79502" y="39370"/>
                  </a:lnTo>
                  <a:lnTo>
                    <a:pt x="79502" y="45720"/>
                  </a:lnTo>
                  <a:lnTo>
                    <a:pt x="79502" y="78740"/>
                  </a:lnTo>
                  <a:lnTo>
                    <a:pt x="29845" y="78740"/>
                  </a:lnTo>
                  <a:lnTo>
                    <a:pt x="29845" y="86360"/>
                  </a:lnTo>
                  <a:lnTo>
                    <a:pt x="79502" y="86360"/>
                  </a:lnTo>
                  <a:lnTo>
                    <a:pt x="79502" y="88900"/>
                  </a:lnTo>
                  <a:lnTo>
                    <a:pt x="79502" y="218440"/>
                  </a:lnTo>
                  <a:lnTo>
                    <a:pt x="79502" y="224790"/>
                  </a:lnTo>
                  <a:lnTo>
                    <a:pt x="225171" y="224790"/>
                  </a:lnTo>
                  <a:lnTo>
                    <a:pt x="225171" y="218440"/>
                  </a:lnTo>
                  <a:lnTo>
                    <a:pt x="225171" y="88900"/>
                  </a:lnTo>
                  <a:lnTo>
                    <a:pt x="218821" y="88900"/>
                  </a:lnTo>
                  <a:lnTo>
                    <a:pt x="218821" y="218440"/>
                  </a:lnTo>
                  <a:lnTo>
                    <a:pt x="86741" y="218440"/>
                  </a:lnTo>
                  <a:lnTo>
                    <a:pt x="86741" y="88900"/>
                  </a:lnTo>
                  <a:lnTo>
                    <a:pt x="86741" y="86360"/>
                  </a:lnTo>
                  <a:lnTo>
                    <a:pt x="225171" y="86360"/>
                  </a:lnTo>
                  <a:lnTo>
                    <a:pt x="225171" y="78740"/>
                  </a:lnTo>
                  <a:lnTo>
                    <a:pt x="86741" y="78740"/>
                  </a:lnTo>
                  <a:lnTo>
                    <a:pt x="86741" y="45720"/>
                  </a:lnTo>
                  <a:lnTo>
                    <a:pt x="225171" y="45720"/>
                  </a:lnTo>
                  <a:lnTo>
                    <a:pt x="225171" y="3937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7028434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48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129159" y="55880"/>
                  </a:lnTo>
                  <a:lnTo>
                    <a:pt x="129159" y="185420"/>
                  </a:lnTo>
                  <a:lnTo>
                    <a:pt x="185585" y="185420"/>
                  </a:lnTo>
                  <a:lnTo>
                    <a:pt x="185585" y="55880"/>
                  </a:lnTo>
                  <a:lnTo>
                    <a:pt x="18564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7028434" y="303783"/>
              <a:ext cx="225425" cy="226060"/>
            </a:xfrm>
            <a:custGeom>
              <a:avLst/>
              <a:gdLst/>
              <a:ahLst/>
              <a:cxnLst/>
              <a:rect l="l" t="t" r="r" b="b"/>
              <a:pathLst>
                <a:path w="225425" h="226059">
                  <a:moveTo>
                    <a:pt x="225171" y="189230"/>
                  </a:moveTo>
                  <a:lnTo>
                    <a:pt x="89281" y="189230"/>
                  </a:lnTo>
                  <a:lnTo>
                    <a:pt x="89281" y="195580"/>
                  </a:lnTo>
                  <a:lnTo>
                    <a:pt x="218821" y="195580"/>
                  </a:lnTo>
                  <a:lnTo>
                    <a:pt x="218821" y="226060"/>
                  </a:lnTo>
                  <a:lnTo>
                    <a:pt x="225171" y="226060"/>
                  </a:lnTo>
                  <a:lnTo>
                    <a:pt x="225171" y="195580"/>
                  </a:lnTo>
                  <a:lnTo>
                    <a:pt x="225171" y="189230"/>
                  </a:lnTo>
                  <a:close/>
                </a:path>
                <a:path w="225425" h="226059">
                  <a:moveTo>
                    <a:pt x="225234" y="7620"/>
                  </a:moveTo>
                  <a:lnTo>
                    <a:pt x="225171" y="0"/>
                  </a:lnTo>
                  <a:lnTo>
                    <a:pt x="89281" y="0"/>
                  </a:lnTo>
                  <a:lnTo>
                    <a:pt x="89281" y="7620"/>
                  </a:lnTo>
                  <a:lnTo>
                    <a:pt x="218821" y="7620"/>
                  </a:lnTo>
                  <a:lnTo>
                    <a:pt x="218821" y="139700"/>
                  </a:lnTo>
                  <a:lnTo>
                    <a:pt x="86741" y="139700"/>
                  </a:lnTo>
                  <a:lnTo>
                    <a:pt x="86741" y="7620"/>
                  </a:lnTo>
                  <a:lnTo>
                    <a:pt x="86741" y="0"/>
                  </a:lnTo>
                  <a:lnTo>
                    <a:pt x="79502" y="0"/>
                  </a:lnTo>
                  <a:lnTo>
                    <a:pt x="79502" y="7620"/>
                  </a:lnTo>
                  <a:lnTo>
                    <a:pt x="79502" y="139700"/>
                  </a:lnTo>
                  <a:lnTo>
                    <a:pt x="46355" y="139700"/>
                  </a:lnTo>
                  <a:lnTo>
                    <a:pt x="46355" y="7620"/>
                  </a:lnTo>
                  <a:lnTo>
                    <a:pt x="46355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39624" y="7620"/>
                  </a:lnTo>
                  <a:lnTo>
                    <a:pt x="39624" y="139700"/>
                  </a:lnTo>
                  <a:lnTo>
                    <a:pt x="39624" y="147320"/>
                  </a:lnTo>
                  <a:lnTo>
                    <a:pt x="79502" y="147320"/>
                  </a:lnTo>
                  <a:lnTo>
                    <a:pt x="79502" y="195580"/>
                  </a:lnTo>
                  <a:lnTo>
                    <a:pt x="86741" y="195580"/>
                  </a:lnTo>
                  <a:lnTo>
                    <a:pt x="86741" y="147320"/>
                  </a:lnTo>
                  <a:lnTo>
                    <a:pt x="225221" y="147320"/>
                  </a:lnTo>
                  <a:lnTo>
                    <a:pt x="225221" y="139700"/>
                  </a:lnTo>
                  <a:lnTo>
                    <a:pt x="225234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7157593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7247255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7157593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7247255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7157593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7247255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7157593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7247255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7157593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7247255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7157593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7247255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7157593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7247255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7157593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7247255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7157593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7247255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7157593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7247255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7157593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7247255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7157593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7247255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7157593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7247255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7157593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7247255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7157593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7247255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7157593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7247255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7157593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7247255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7157593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7247255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7157593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7247255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7157593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7247255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7157593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7247255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7157593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7247255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7157593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7247255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7157593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7247255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7157593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7247255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7157593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7247255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7157593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7247255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7157593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7247255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7157593" y="7106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7247255" y="7106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7157593" y="734105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7247255" y="734105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7157593" y="757575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7247255" y="757575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7157593" y="7810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7247255" y="7810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7157593" y="8045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7247255" y="8045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7157593" y="8280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7247255" y="8280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7157593" y="85149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7247255" y="85149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7157593" y="874956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7247255" y="874956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7157593" y="898425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7247255" y="898425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7157593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7247255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7157593" y="945400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7247255" y="945400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7157593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7247255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7157593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5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7247255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4" h="235584">
                  <a:moveTo>
                    <a:pt x="6400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400" y="235305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344728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304800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344728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304800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344728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304800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344728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304800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344728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304800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344728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304800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344728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304800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344728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304800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344728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304800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344728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304800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344728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304800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344728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304800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344728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304800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344728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304800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344728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304800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344728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304800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344728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304800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344728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304800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344728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304800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344728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304800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344728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304800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344728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304800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344728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304800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344728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304800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344728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304800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344728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304800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344728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304800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344728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304800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344728" y="7106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304800" y="7106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344728" y="734105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304800" y="734105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344728" y="757575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304800" y="757575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344728" y="7810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304800" y="7810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344728" y="8045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304800" y="8045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344728" y="8280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304800" y="8280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344728" y="85149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304800" y="85149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344728" y="874956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304800" y="874956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344728" y="898425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304800" y="898425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344728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304800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344728" y="945400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304800" y="945400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344728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304800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344728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4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304800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5" h="235584">
                  <a:moveTo>
                    <a:pt x="6704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704" y="235305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8" name="object 308" descr=""/>
          <p:cNvSpPr txBox="1"/>
          <p:nvPr/>
        </p:nvSpPr>
        <p:spPr>
          <a:xfrm>
            <a:off x="1582038" y="1103122"/>
            <a:ext cx="165227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SzPct val="112500"/>
              <a:buFont typeface="Symbol"/>
              <a:buChar char=""/>
              <a:tabLst>
                <a:tab pos="240665" algn="l"/>
              </a:tabLst>
            </a:pPr>
            <a:r>
              <a:rPr dirty="0" u="sng" sz="16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CLASS</a:t>
            </a:r>
            <a:r>
              <a:rPr dirty="0" u="sng" sz="1600" spc="-5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DIAGRAM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9" name="object 309" descr=""/>
          <p:cNvSpPr/>
          <p:nvPr/>
        </p:nvSpPr>
        <p:spPr>
          <a:xfrm>
            <a:off x="847648" y="7369175"/>
            <a:ext cx="2250440" cy="1335405"/>
          </a:xfrm>
          <a:custGeom>
            <a:avLst/>
            <a:gdLst/>
            <a:ahLst/>
            <a:cxnLst/>
            <a:rect l="l" t="t" r="r" b="b"/>
            <a:pathLst>
              <a:path w="2250440" h="1335404">
                <a:moveTo>
                  <a:pt x="2250313" y="1012190"/>
                </a:moveTo>
                <a:lnTo>
                  <a:pt x="0" y="1012190"/>
                </a:lnTo>
                <a:lnTo>
                  <a:pt x="0" y="1335278"/>
                </a:lnTo>
                <a:lnTo>
                  <a:pt x="2250313" y="1335278"/>
                </a:lnTo>
                <a:lnTo>
                  <a:pt x="2250313" y="1012190"/>
                </a:lnTo>
                <a:close/>
              </a:path>
              <a:path w="2250440" h="1335404">
                <a:moveTo>
                  <a:pt x="2250313" y="341337"/>
                </a:moveTo>
                <a:lnTo>
                  <a:pt x="0" y="341337"/>
                </a:lnTo>
                <a:lnTo>
                  <a:pt x="0" y="993902"/>
                </a:lnTo>
                <a:lnTo>
                  <a:pt x="2250313" y="993902"/>
                </a:lnTo>
                <a:lnTo>
                  <a:pt x="2250313" y="341337"/>
                </a:lnTo>
                <a:close/>
              </a:path>
              <a:path w="2250440" h="1335404">
                <a:moveTo>
                  <a:pt x="2250313" y="0"/>
                </a:moveTo>
                <a:lnTo>
                  <a:pt x="0" y="0"/>
                </a:lnTo>
                <a:lnTo>
                  <a:pt x="0" y="326136"/>
                </a:lnTo>
                <a:lnTo>
                  <a:pt x="2250313" y="326136"/>
                </a:lnTo>
                <a:lnTo>
                  <a:pt x="2250313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10" name="object 310" descr=""/>
          <p:cNvGraphicFramePr>
            <a:graphicFrameLocks noGrp="1"/>
          </p:cNvGraphicFramePr>
          <p:nvPr/>
        </p:nvGraphicFramePr>
        <p:xfrm>
          <a:off x="841552" y="7363079"/>
          <a:ext cx="2339340" cy="1348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2505"/>
              </a:tblGrid>
              <a:tr h="337820">
                <a:tc>
                  <a:txBody>
                    <a:bodyPr/>
                    <a:lstStyle/>
                    <a:p>
                      <a:pPr marL="56388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Employee</a:t>
                      </a:r>
                      <a:r>
                        <a:rPr dirty="0" sz="12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Account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6200">
                    <a:solidFill>
                      <a:srgbClr val="4470C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marL="560705" indent="-228600">
                        <a:lnSpc>
                          <a:spcPct val="100000"/>
                        </a:lnSpc>
                        <a:spcBef>
                          <a:spcPts val="405"/>
                        </a:spcBef>
                        <a:buChar char="-"/>
                        <a:tabLst>
                          <a:tab pos="560705" algn="l"/>
                        </a:tabLst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AccountID</a:t>
                      </a:r>
                      <a:r>
                        <a:rPr dirty="0" sz="12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2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560705" indent="-228600">
                        <a:lnSpc>
                          <a:spcPct val="100000"/>
                        </a:lnSpc>
                        <a:spcBef>
                          <a:spcPts val="30"/>
                        </a:spcBef>
                        <a:buChar char="-"/>
                        <a:tabLst>
                          <a:tab pos="560705" algn="l"/>
                        </a:tabLst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12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200" spc="-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560705" indent="-228600">
                        <a:lnSpc>
                          <a:spcPct val="100000"/>
                        </a:lnSpc>
                        <a:spcBef>
                          <a:spcPts val="20"/>
                        </a:spcBef>
                        <a:buChar char="-"/>
                        <a:tabLst>
                          <a:tab pos="560705" algn="l"/>
                        </a:tabLst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AccountNo</a:t>
                      </a:r>
                      <a:r>
                        <a:rPr dirty="0" sz="12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2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1435">
                    <a:solidFill>
                      <a:srgbClr val="4470C4"/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2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Update()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solidFill>
                      <a:srgbClr val="4470C4"/>
                    </a:solidFill>
                  </a:tcPr>
                </a:tc>
              </a:tr>
            </a:tbl>
          </a:graphicData>
        </a:graphic>
      </p:graphicFrame>
      <p:sp>
        <p:nvSpPr>
          <p:cNvPr id="311" name="object 311" descr=""/>
          <p:cNvSpPr/>
          <p:nvPr/>
        </p:nvSpPr>
        <p:spPr>
          <a:xfrm>
            <a:off x="835456" y="7356995"/>
            <a:ext cx="2275205" cy="1006475"/>
          </a:xfrm>
          <a:custGeom>
            <a:avLst/>
            <a:gdLst/>
            <a:ahLst/>
            <a:cxnLst/>
            <a:rect l="l" t="t" r="r" b="b"/>
            <a:pathLst>
              <a:path w="2275205" h="1006475">
                <a:moveTo>
                  <a:pt x="2262505" y="0"/>
                </a:moveTo>
                <a:lnTo>
                  <a:pt x="12192" y="0"/>
                </a:lnTo>
                <a:lnTo>
                  <a:pt x="0" y="0"/>
                </a:lnTo>
                <a:lnTo>
                  <a:pt x="0" y="12179"/>
                </a:lnTo>
                <a:lnTo>
                  <a:pt x="0" y="338315"/>
                </a:lnTo>
                <a:lnTo>
                  <a:pt x="0" y="350456"/>
                </a:lnTo>
                <a:lnTo>
                  <a:pt x="0" y="1006081"/>
                </a:lnTo>
                <a:lnTo>
                  <a:pt x="12192" y="1006081"/>
                </a:lnTo>
                <a:lnTo>
                  <a:pt x="12192" y="350507"/>
                </a:lnTo>
                <a:lnTo>
                  <a:pt x="2262505" y="350507"/>
                </a:lnTo>
                <a:lnTo>
                  <a:pt x="2262505" y="338315"/>
                </a:lnTo>
                <a:lnTo>
                  <a:pt x="12192" y="338315"/>
                </a:lnTo>
                <a:lnTo>
                  <a:pt x="12192" y="12179"/>
                </a:lnTo>
                <a:lnTo>
                  <a:pt x="2262505" y="12179"/>
                </a:lnTo>
                <a:lnTo>
                  <a:pt x="2262505" y="0"/>
                </a:lnTo>
                <a:close/>
              </a:path>
              <a:path w="2275205" h="1006475">
                <a:moveTo>
                  <a:pt x="2274760" y="0"/>
                </a:moveTo>
                <a:lnTo>
                  <a:pt x="2262581" y="0"/>
                </a:lnTo>
                <a:lnTo>
                  <a:pt x="2262581" y="12179"/>
                </a:lnTo>
                <a:lnTo>
                  <a:pt x="2262581" y="338315"/>
                </a:lnTo>
                <a:lnTo>
                  <a:pt x="2262581" y="350456"/>
                </a:lnTo>
                <a:lnTo>
                  <a:pt x="2262581" y="1006081"/>
                </a:lnTo>
                <a:lnTo>
                  <a:pt x="2274760" y="1006081"/>
                </a:lnTo>
                <a:lnTo>
                  <a:pt x="2274760" y="350507"/>
                </a:lnTo>
                <a:lnTo>
                  <a:pt x="2274760" y="338315"/>
                </a:lnTo>
                <a:lnTo>
                  <a:pt x="2274760" y="12179"/>
                </a:lnTo>
                <a:lnTo>
                  <a:pt x="2274760" y="0"/>
                </a:lnTo>
                <a:close/>
              </a:path>
            </a:pathLst>
          </a:custGeom>
          <a:solidFill>
            <a:srgbClr val="172C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2" name="object 312" descr=""/>
          <p:cNvSpPr/>
          <p:nvPr/>
        </p:nvSpPr>
        <p:spPr>
          <a:xfrm>
            <a:off x="835456" y="8363076"/>
            <a:ext cx="2275205" cy="353695"/>
          </a:xfrm>
          <a:custGeom>
            <a:avLst/>
            <a:gdLst/>
            <a:ahLst/>
            <a:cxnLst/>
            <a:rect l="l" t="t" r="r" b="b"/>
            <a:pathLst>
              <a:path w="2275205" h="353695">
                <a:moveTo>
                  <a:pt x="2262505" y="344436"/>
                </a:moveTo>
                <a:lnTo>
                  <a:pt x="12192" y="344436"/>
                </a:lnTo>
                <a:lnTo>
                  <a:pt x="0" y="344436"/>
                </a:lnTo>
                <a:lnTo>
                  <a:pt x="0" y="353568"/>
                </a:lnTo>
                <a:lnTo>
                  <a:pt x="12192" y="353568"/>
                </a:lnTo>
                <a:lnTo>
                  <a:pt x="2262505" y="353568"/>
                </a:lnTo>
                <a:lnTo>
                  <a:pt x="2262505" y="344436"/>
                </a:lnTo>
                <a:close/>
              </a:path>
              <a:path w="2275205" h="353695">
                <a:moveTo>
                  <a:pt x="2262505" y="0"/>
                </a:moveTo>
                <a:lnTo>
                  <a:pt x="12192" y="0"/>
                </a:lnTo>
                <a:lnTo>
                  <a:pt x="0" y="0"/>
                </a:lnTo>
                <a:lnTo>
                  <a:pt x="0" y="18288"/>
                </a:lnTo>
                <a:lnTo>
                  <a:pt x="0" y="344424"/>
                </a:lnTo>
                <a:lnTo>
                  <a:pt x="12192" y="344424"/>
                </a:lnTo>
                <a:lnTo>
                  <a:pt x="12192" y="18288"/>
                </a:lnTo>
                <a:lnTo>
                  <a:pt x="2262505" y="18288"/>
                </a:lnTo>
                <a:lnTo>
                  <a:pt x="2262505" y="0"/>
                </a:lnTo>
                <a:close/>
              </a:path>
              <a:path w="2275205" h="353695">
                <a:moveTo>
                  <a:pt x="2274760" y="344436"/>
                </a:moveTo>
                <a:lnTo>
                  <a:pt x="2262581" y="344436"/>
                </a:lnTo>
                <a:lnTo>
                  <a:pt x="2262581" y="353568"/>
                </a:lnTo>
                <a:lnTo>
                  <a:pt x="2274760" y="353568"/>
                </a:lnTo>
                <a:lnTo>
                  <a:pt x="2274760" y="344436"/>
                </a:lnTo>
                <a:close/>
              </a:path>
              <a:path w="2275205" h="353695">
                <a:moveTo>
                  <a:pt x="2274760" y="0"/>
                </a:moveTo>
                <a:lnTo>
                  <a:pt x="2262581" y="0"/>
                </a:lnTo>
                <a:lnTo>
                  <a:pt x="2262581" y="18288"/>
                </a:lnTo>
                <a:lnTo>
                  <a:pt x="2262581" y="344424"/>
                </a:lnTo>
                <a:lnTo>
                  <a:pt x="2274760" y="344424"/>
                </a:lnTo>
                <a:lnTo>
                  <a:pt x="2274760" y="18288"/>
                </a:lnTo>
                <a:lnTo>
                  <a:pt x="2274760" y="0"/>
                </a:lnTo>
                <a:close/>
              </a:path>
            </a:pathLst>
          </a:custGeom>
          <a:solidFill>
            <a:srgbClr val="172C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3" name="object 313" descr=""/>
          <p:cNvSpPr/>
          <p:nvPr/>
        </p:nvSpPr>
        <p:spPr>
          <a:xfrm>
            <a:off x="5092319" y="8183244"/>
            <a:ext cx="1903095" cy="1561465"/>
          </a:xfrm>
          <a:custGeom>
            <a:avLst/>
            <a:gdLst/>
            <a:ahLst/>
            <a:cxnLst/>
            <a:rect l="l" t="t" r="r" b="b"/>
            <a:pathLst>
              <a:path w="1903095" h="1561465">
                <a:moveTo>
                  <a:pt x="1902587" y="1112850"/>
                </a:moveTo>
                <a:lnTo>
                  <a:pt x="0" y="1112850"/>
                </a:lnTo>
                <a:lnTo>
                  <a:pt x="0" y="1560906"/>
                </a:lnTo>
                <a:lnTo>
                  <a:pt x="1902587" y="1560906"/>
                </a:lnTo>
                <a:lnTo>
                  <a:pt x="1902587" y="1112850"/>
                </a:lnTo>
                <a:close/>
              </a:path>
              <a:path w="1903095" h="1561465">
                <a:moveTo>
                  <a:pt x="1902587" y="307924"/>
                </a:moveTo>
                <a:lnTo>
                  <a:pt x="0" y="307924"/>
                </a:lnTo>
                <a:lnTo>
                  <a:pt x="0" y="1082421"/>
                </a:lnTo>
                <a:lnTo>
                  <a:pt x="1902587" y="1082421"/>
                </a:lnTo>
                <a:lnTo>
                  <a:pt x="1902587" y="307924"/>
                </a:lnTo>
                <a:close/>
              </a:path>
              <a:path w="1903095" h="1561465">
                <a:moveTo>
                  <a:pt x="1902587" y="0"/>
                </a:moveTo>
                <a:lnTo>
                  <a:pt x="0" y="0"/>
                </a:lnTo>
                <a:lnTo>
                  <a:pt x="0" y="295656"/>
                </a:lnTo>
                <a:lnTo>
                  <a:pt x="1902587" y="295656"/>
                </a:lnTo>
                <a:lnTo>
                  <a:pt x="1902587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14" name="object 314" descr=""/>
          <p:cNvGraphicFramePr>
            <a:graphicFrameLocks noGrp="1"/>
          </p:cNvGraphicFramePr>
          <p:nvPr/>
        </p:nvGraphicFramePr>
        <p:xfrm>
          <a:off x="5086223" y="8177148"/>
          <a:ext cx="1991360" cy="1571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4525"/>
              </a:tblGrid>
              <a:tr h="307340">
                <a:tc>
                  <a:txBody>
                    <a:bodyPr/>
                    <a:lstStyle/>
                    <a:p>
                      <a:pPr marL="51752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Add</a:t>
                      </a:r>
                      <a:r>
                        <a:rPr dirty="0" sz="1200" spc="-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Employee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solidFill>
                      <a:srgbClr val="4470C4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marL="563880" indent="-229235">
                        <a:lnSpc>
                          <a:spcPct val="100000"/>
                        </a:lnSpc>
                        <a:spcBef>
                          <a:spcPts val="340"/>
                        </a:spcBef>
                        <a:buChar char="-"/>
                        <a:tabLst>
                          <a:tab pos="563880" algn="l"/>
                        </a:tabLst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EmpID</a:t>
                      </a:r>
                      <a:r>
                        <a:rPr dirty="0" sz="12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200" spc="-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563880" indent="-229235">
                        <a:lnSpc>
                          <a:spcPct val="100000"/>
                        </a:lnSpc>
                        <a:spcBef>
                          <a:spcPts val="25"/>
                        </a:spcBef>
                        <a:buChar char="-"/>
                        <a:tabLst>
                          <a:tab pos="563880" algn="l"/>
                        </a:tabLst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EmpName</a:t>
                      </a:r>
                      <a:r>
                        <a:rPr dirty="0" sz="12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563880" indent="-229235">
                        <a:lnSpc>
                          <a:spcPts val="1370"/>
                        </a:lnSpc>
                        <a:spcBef>
                          <a:spcPts val="30"/>
                        </a:spcBef>
                        <a:buChar char="-"/>
                        <a:tabLst>
                          <a:tab pos="563880" algn="l"/>
                        </a:tabLst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ContactNo</a:t>
                      </a:r>
                      <a:r>
                        <a:rPr dirty="0" sz="12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2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563880" indent="-229235">
                        <a:lnSpc>
                          <a:spcPts val="1370"/>
                        </a:lnSpc>
                        <a:buChar char="-"/>
                        <a:tabLst>
                          <a:tab pos="563880" algn="l"/>
                        </a:tabLst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r>
                        <a:rPr dirty="0" sz="12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200" spc="-7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solidFill>
                      <a:srgbClr val="4470C4"/>
                    </a:solidFill>
                  </a:tcPr>
                </a:tc>
              </a:tr>
              <a:tr h="470534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2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Insert()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060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+Update()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solidFill>
                      <a:srgbClr val="4470C4"/>
                    </a:solidFill>
                  </a:tcPr>
                </a:tc>
              </a:tr>
            </a:tbl>
          </a:graphicData>
        </a:graphic>
      </p:graphicFrame>
      <p:sp>
        <p:nvSpPr>
          <p:cNvPr id="315" name="object 315" descr=""/>
          <p:cNvSpPr/>
          <p:nvPr/>
        </p:nvSpPr>
        <p:spPr>
          <a:xfrm>
            <a:off x="5080127" y="8171065"/>
            <a:ext cx="1927225" cy="1094740"/>
          </a:xfrm>
          <a:custGeom>
            <a:avLst/>
            <a:gdLst/>
            <a:ahLst/>
            <a:cxnLst/>
            <a:rect l="l" t="t" r="r" b="b"/>
            <a:pathLst>
              <a:path w="1927225" h="1094740">
                <a:moveTo>
                  <a:pt x="12192" y="320103"/>
                </a:moveTo>
                <a:lnTo>
                  <a:pt x="0" y="320103"/>
                </a:lnTo>
                <a:lnTo>
                  <a:pt x="0" y="1094600"/>
                </a:lnTo>
                <a:lnTo>
                  <a:pt x="12192" y="1094600"/>
                </a:lnTo>
                <a:lnTo>
                  <a:pt x="12192" y="320103"/>
                </a:lnTo>
                <a:close/>
              </a:path>
              <a:path w="1927225" h="1094740">
                <a:moveTo>
                  <a:pt x="1926971" y="320103"/>
                </a:moveTo>
                <a:lnTo>
                  <a:pt x="1914779" y="320103"/>
                </a:lnTo>
                <a:lnTo>
                  <a:pt x="1914779" y="1094600"/>
                </a:lnTo>
                <a:lnTo>
                  <a:pt x="1926971" y="1094600"/>
                </a:lnTo>
                <a:lnTo>
                  <a:pt x="1926971" y="320103"/>
                </a:lnTo>
                <a:close/>
              </a:path>
              <a:path w="1927225" h="1094740">
                <a:moveTo>
                  <a:pt x="1926971" y="307848"/>
                </a:moveTo>
                <a:lnTo>
                  <a:pt x="1914779" y="307848"/>
                </a:lnTo>
                <a:lnTo>
                  <a:pt x="12192" y="307848"/>
                </a:lnTo>
                <a:lnTo>
                  <a:pt x="0" y="307848"/>
                </a:lnTo>
                <a:lnTo>
                  <a:pt x="0" y="320027"/>
                </a:lnTo>
                <a:lnTo>
                  <a:pt x="12192" y="320027"/>
                </a:lnTo>
                <a:lnTo>
                  <a:pt x="1914779" y="320027"/>
                </a:lnTo>
                <a:lnTo>
                  <a:pt x="1926971" y="320027"/>
                </a:lnTo>
                <a:lnTo>
                  <a:pt x="1926971" y="307848"/>
                </a:lnTo>
                <a:close/>
              </a:path>
              <a:path w="1927225" h="1094740">
                <a:moveTo>
                  <a:pt x="1926971" y="0"/>
                </a:moveTo>
                <a:lnTo>
                  <a:pt x="1914779" y="0"/>
                </a:lnTo>
                <a:lnTo>
                  <a:pt x="12192" y="0"/>
                </a:lnTo>
                <a:lnTo>
                  <a:pt x="0" y="0"/>
                </a:lnTo>
                <a:lnTo>
                  <a:pt x="0" y="12179"/>
                </a:lnTo>
                <a:lnTo>
                  <a:pt x="0" y="307835"/>
                </a:lnTo>
                <a:lnTo>
                  <a:pt x="12192" y="307835"/>
                </a:lnTo>
                <a:lnTo>
                  <a:pt x="12192" y="12179"/>
                </a:lnTo>
                <a:lnTo>
                  <a:pt x="1914779" y="12179"/>
                </a:lnTo>
                <a:lnTo>
                  <a:pt x="1914779" y="307835"/>
                </a:lnTo>
                <a:lnTo>
                  <a:pt x="1926971" y="307835"/>
                </a:lnTo>
                <a:lnTo>
                  <a:pt x="1926971" y="12179"/>
                </a:lnTo>
                <a:lnTo>
                  <a:pt x="1926971" y="0"/>
                </a:lnTo>
                <a:close/>
              </a:path>
            </a:pathLst>
          </a:custGeom>
          <a:solidFill>
            <a:srgbClr val="172C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6" name="object 316" descr=""/>
          <p:cNvSpPr/>
          <p:nvPr/>
        </p:nvSpPr>
        <p:spPr>
          <a:xfrm>
            <a:off x="5080127" y="9265665"/>
            <a:ext cx="1927225" cy="490855"/>
          </a:xfrm>
          <a:custGeom>
            <a:avLst/>
            <a:gdLst/>
            <a:ahLst/>
            <a:cxnLst/>
            <a:rect l="l" t="t" r="r" b="b"/>
            <a:pathLst>
              <a:path w="1927225" h="490854">
                <a:moveTo>
                  <a:pt x="1926971" y="0"/>
                </a:moveTo>
                <a:lnTo>
                  <a:pt x="1914779" y="0"/>
                </a:lnTo>
                <a:lnTo>
                  <a:pt x="1914779" y="27432"/>
                </a:lnTo>
                <a:lnTo>
                  <a:pt x="1914779" y="478485"/>
                </a:lnTo>
                <a:lnTo>
                  <a:pt x="12192" y="478485"/>
                </a:lnTo>
                <a:lnTo>
                  <a:pt x="12192" y="27432"/>
                </a:lnTo>
                <a:lnTo>
                  <a:pt x="1914779" y="27432"/>
                </a:lnTo>
                <a:lnTo>
                  <a:pt x="1914779" y="0"/>
                </a:lnTo>
                <a:lnTo>
                  <a:pt x="12192" y="0"/>
                </a:lnTo>
                <a:lnTo>
                  <a:pt x="0" y="0"/>
                </a:lnTo>
                <a:lnTo>
                  <a:pt x="0" y="27381"/>
                </a:lnTo>
                <a:lnTo>
                  <a:pt x="0" y="478485"/>
                </a:lnTo>
                <a:lnTo>
                  <a:pt x="0" y="490677"/>
                </a:lnTo>
                <a:lnTo>
                  <a:pt x="12192" y="490677"/>
                </a:lnTo>
                <a:lnTo>
                  <a:pt x="1914779" y="490677"/>
                </a:lnTo>
                <a:lnTo>
                  <a:pt x="1926971" y="490677"/>
                </a:lnTo>
                <a:lnTo>
                  <a:pt x="1926971" y="478485"/>
                </a:lnTo>
                <a:lnTo>
                  <a:pt x="1926971" y="27432"/>
                </a:lnTo>
                <a:lnTo>
                  <a:pt x="1926971" y="0"/>
                </a:lnTo>
                <a:close/>
              </a:path>
            </a:pathLst>
          </a:custGeom>
          <a:solidFill>
            <a:srgbClr val="172C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7" name="object 317" descr=""/>
          <p:cNvSpPr/>
          <p:nvPr/>
        </p:nvSpPr>
        <p:spPr>
          <a:xfrm>
            <a:off x="2381377" y="8878265"/>
            <a:ext cx="1860550" cy="1247775"/>
          </a:xfrm>
          <a:custGeom>
            <a:avLst/>
            <a:gdLst/>
            <a:ahLst/>
            <a:cxnLst/>
            <a:rect l="l" t="t" r="r" b="b"/>
            <a:pathLst>
              <a:path w="1860550" h="1247775">
                <a:moveTo>
                  <a:pt x="1860169" y="817130"/>
                </a:moveTo>
                <a:lnTo>
                  <a:pt x="0" y="817130"/>
                </a:lnTo>
                <a:lnTo>
                  <a:pt x="0" y="1247190"/>
                </a:lnTo>
                <a:lnTo>
                  <a:pt x="1860169" y="1247190"/>
                </a:lnTo>
                <a:lnTo>
                  <a:pt x="1860169" y="817130"/>
                </a:lnTo>
                <a:close/>
              </a:path>
              <a:path w="1860550" h="1247775">
                <a:moveTo>
                  <a:pt x="1860169" y="350786"/>
                </a:moveTo>
                <a:lnTo>
                  <a:pt x="0" y="350786"/>
                </a:lnTo>
                <a:lnTo>
                  <a:pt x="0" y="804926"/>
                </a:lnTo>
                <a:lnTo>
                  <a:pt x="1860169" y="804926"/>
                </a:lnTo>
                <a:lnTo>
                  <a:pt x="1860169" y="350786"/>
                </a:lnTo>
                <a:close/>
              </a:path>
              <a:path w="1860550" h="1247775">
                <a:moveTo>
                  <a:pt x="1860169" y="0"/>
                </a:moveTo>
                <a:lnTo>
                  <a:pt x="0" y="0"/>
                </a:lnTo>
                <a:lnTo>
                  <a:pt x="0" y="338632"/>
                </a:lnTo>
                <a:lnTo>
                  <a:pt x="1860169" y="338632"/>
                </a:lnTo>
                <a:lnTo>
                  <a:pt x="1860169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18" name="object 318" descr=""/>
          <p:cNvGraphicFramePr>
            <a:graphicFrameLocks noGrp="1"/>
          </p:cNvGraphicFramePr>
          <p:nvPr/>
        </p:nvGraphicFramePr>
        <p:xfrm>
          <a:off x="2378328" y="8872092"/>
          <a:ext cx="1948814" cy="1259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2614"/>
              </a:tblGrid>
              <a:tr h="350520"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Login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9375">
                    <a:solidFill>
                      <a:srgbClr val="4470C4"/>
                    </a:solidFill>
                  </a:tcPr>
                </a:tc>
              </a:tr>
              <a:tr h="466090">
                <a:tc>
                  <a:txBody>
                    <a:bodyPr/>
                    <a:lstStyle/>
                    <a:p>
                      <a:pPr marL="560705" indent="-228600">
                        <a:lnSpc>
                          <a:spcPct val="100000"/>
                        </a:lnSpc>
                        <a:spcBef>
                          <a:spcPts val="405"/>
                        </a:spcBef>
                        <a:buChar char="-"/>
                        <a:tabLst>
                          <a:tab pos="560705" algn="l"/>
                        </a:tabLst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EmpID</a:t>
                      </a:r>
                      <a:r>
                        <a:rPr dirty="0" sz="12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200" spc="-5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560705" indent="-228600">
                        <a:lnSpc>
                          <a:spcPct val="100000"/>
                        </a:lnSpc>
                        <a:buChar char="-"/>
                        <a:tabLst>
                          <a:tab pos="560705" algn="l"/>
                        </a:tabLst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Password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2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1435">
                    <a:solidFill>
                      <a:srgbClr val="4470C4"/>
                    </a:solidFill>
                  </a:tcPr>
                </a:tc>
              </a:tr>
              <a:tr h="443230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2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Access()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2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Varification()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8894">
                    <a:solidFill>
                      <a:srgbClr val="4470C4"/>
                    </a:solidFill>
                  </a:tcPr>
                </a:tc>
              </a:tr>
            </a:tbl>
          </a:graphicData>
        </a:graphic>
      </p:graphicFrame>
      <p:sp>
        <p:nvSpPr>
          <p:cNvPr id="319" name="object 319" descr=""/>
          <p:cNvSpPr/>
          <p:nvPr/>
        </p:nvSpPr>
        <p:spPr>
          <a:xfrm>
            <a:off x="2372233" y="8865996"/>
            <a:ext cx="1884680" cy="817244"/>
          </a:xfrm>
          <a:custGeom>
            <a:avLst/>
            <a:gdLst/>
            <a:ahLst/>
            <a:cxnLst/>
            <a:rect l="l" t="t" r="r" b="b"/>
            <a:pathLst>
              <a:path w="1884679" h="817245">
                <a:moveTo>
                  <a:pt x="12179" y="350913"/>
                </a:moveTo>
                <a:lnTo>
                  <a:pt x="0" y="350913"/>
                </a:lnTo>
                <a:lnTo>
                  <a:pt x="0" y="363054"/>
                </a:lnTo>
                <a:lnTo>
                  <a:pt x="0" y="817194"/>
                </a:lnTo>
                <a:lnTo>
                  <a:pt x="12179" y="817194"/>
                </a:lnTo>
                <a:lnTo>
                  <a:pt x="12179" y="363093"/>
                </a:lnTo>
                <a:lnTo>
                  <a:pt x="12179" y="350913"/>
                </a:lnTo>
                <a:close/>
              </a:path>
              <a:path w="1884679" h="817245">
                <a:moveTo>
                  <a:pt x="12179" y="12268"/>
                </a:moveTo>
                <a:lnTo>
                  <a:pt x="0" y="12268"/>
                </a:lnTo>
                <a:lnTo>
                  <a:pt x="0" y="350901"/>
                </a:lnTo>
                <a:lnTo>
                  <a:pt x="12179" y="350901"/>
                </a:lnTo>
                <a:lnTo>
                  <a:pt x="12179" y="12268"/>
                </a:lnTo>
                <a:close/>
              </a:path>
              <a:path w="1884679" h="817245">
                <a:moveTo>
                  <a:pt x="12179" y="0"/>
                </a:moveTo>
                <a:lnTo>
                  <a:pt x="0" y="0"/>
                </a:lnTo>
                <a:lnTo>
                  <a:pt x="0" y="12192"/>
                </a:lnTo>
                <a:lnTo>
                  <a:pt x="12179" y="12192"/>
                </a:lnTo>
                <a:lnTo>
                  <a:pt x="12179" y="0"/>
                </a:lnTo>
                <a:close/>
              </a:path>
              <a:path w="1884679" h="817245">
                <a:moveTo>
                  <a:pt x="1884540" y="350913"/>
                </a:moveTo>
                <a:lnTo>
                  <a:pt x="1872361" y="350913"/>
                </a:lnTo>
                <a:lnTo>
                  <a:pt x="12192" y="350913"/>
                </a:lnTo>
                <a:lnTo>
                  <a:pt x="12192" y="363093"/>
                </a:lnTo>
                <a:lnTo>
                  <a:pt x="1872361" y="363093"/>
                </a:lnTo>
                <a:lnTo>
                  <a:pt x="1872361" y="817194"/>
                </a:lnTo>
                <a:lnTo>
                  <a:pt x="1884540" y="817194"/>
                </a:lnTo>
                <a:lnTo>
                  <a:pt x="1884540" y="363093"/>
                </a:lnTo>
                <a:lnTo>
                  <a:pt x="1884540" y="350913"/>
                </a:lnTo>
                <a:close/>
              </a:path>
              <a:path w="1884679" h="817245">
                <a:moveTo>
                  <a:pt x="1884540" y="12268"/>
                </a:moveTo>
                <a:lnTo>
                  <a:pt x="1872361" y="12268"/>
                </a:lnTo>
                <a:lnTo>
                  <a:pt x="1872361" y="350901"/>
                </a:lnTo>
                <a:lnTo>
                  <a:pt x="1884540" y="350901"/>
                </a:lnTo>
                <a:lnTo>
                  <a:pt x="1884540" y="12268"/>
                </a:lnTo>
                <a:close/>
              </a:path>
              <a:path w="1884679" h="817245">
                <a:moveTo>
                  <a:pt x="1884540" y="0"/>
                </a:moveTo>
                <a:lnTo>
                  <a:pt x="1872361" y="0"/>
                </a:lnTo>
                <a:lnTo>
                  <a:pt x="12192" y="0"/>
                </a:lnTo>
                <a:lnTo>
                  <a:pt x="12192" y="12192"/>
                </a:lnTo>
                <a:lnTo>
                  <a:pt x="1872361" y="12192"/>
                </a:lnTo>
                <a:lnTo>
                  <a:pt x="1884540" y="12192"/>
                </a:lnTo>
                <a:lnTo>
                  <a:pt x="1884540" y="0"/>
                </a:lnTo>
                <a:close/>
              </a:path>
            </a:pathLst>
          </a:custGeom>
          <a:solidFill>
            <a:srgbClr val="172C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0" name="object 320" descr=""/>
          <p:cNvSpPr/>
          <p:nvPr/>
        </p:nvSpPr>
        <p:spPr>
          <a:xfrm>
            <a:off x="2372233" y="9683191"/>
            <a:ext cx="1884680" cy="454659"/>
          </a:xfrm>
          <a:custGeom>
            <a:avLst/>
            <a:gdLst/>
            <a:ahLst/>
            <a:cxnLst/>
            <a:rect l="l" t="t" r="r" b="b"/>
            <a:pathLst>
              <a:path w="1884679" h="454659">
                <a:moveTo>
                  <a:pt x="12179" y="445325"/>
                </a:moveTo>
                <a:lnTo>
                  <a:pt x="0" y="445325"/>
                </a:lnTo>
                <a:lnTo>
                  <a:pt x="0" y="454456"/>
                </a:lnTo>
                <a:lnTo>
                  <a:pt x="12179" y="454456"/>
                </a:lnTo>
                <a:lnTo>
                  <a:pt x="12179" y="445325"/>
                </a:lnTo>
                <a:close/>
              </a:path>
              <a:path w="1884679" h="454659">
                <a:moveTo>
                  <a:pt x="12179" y="12204"/>
                </a:moveTo>
                <a:lnTo>
                  <a:pt x="0" y="12204"/>
                </a:lnTo>
                <a:lnTo>
                  <a:pt x="0" y="445312"/>
                </a:lnTo>
                <a:lnTo>
                  <a:pt x="12179" y="445312"/>
                </a:lnTo>
                <a:lnTo>
                  <a:pt x="12179" y="12204"/>
                </a:lnTo>
                <a:close/>
              </a:path>
              <a:path w="1884679" h="454659">
                <a:moveTo>
                  <a:pt x="12179" y="0"/>
                </a:moveTo>
                <a:lnTo>
                  <a:pt x="0" y="0"/>
                </a:lnTo>
                <a:lnTo>
                  <a:pt x="0" y="12192"/>
                </a:lnTo>
                <a:lnTo>
                  <a:pt x="12179" y="12192"/>
                </a:lnTo>
                <a:lnTo>
                  <a:pt x="12179" y="0"/>
                </a:lnTo>
                <a:close/>
              </a:path>
              <a:path w="1884679" h="454659">
                <a:moveTo>
                  <a:pt x="1884540" y="445325"/>
                </a:moveTo>
                <a:lnTo>
                  <a:pt x="1872361" y="445325"/>
                </a:lnTo>
                <a:lnTo>
                  <a:pt x="12192" y="445325"/>
                </a:lnTo>
                <a:lnTo>
                  <a:pt x="12192" y="454456"/>
                </a:lnTo>
                <a:lnTo>
                  <a:pt x="1872361" y="454456"/>
                </a:lnTo>
                <a:lnTo>
                  <a:pt x="1884540" y="454456"/>
                </a:lnTo>
                <a:lnTo>
                  <a:pt x="1884540" y="445325"/>
                </a:lnTo>
                <a:close/>
              </a:path>
              <a:path w="1884679" h="454659">
                <a:moveTo>
                  <a:pt x="1884540" y="12204"/>
                </a:moveTo>
                <a:lnTo>
                  <a:pt x="1872361" y="12204"/>
                </a:lnTo>
                <a:lnTo>
                  <a:pt x="1872361" y="445312"/>
                </a:lnTo>
                <a:lnTo>
                  <a:pt x="1884540" y="445312"/>
                </a:lnTo>
                <a:lnTo>
                  <a:pt x="1884540" y="12204"/>
                </a:lnTo>
                <a:close/>
              </a:path>
              <a:path w="1884679" h="454659">
                <a:moveTo>
                  <a:pt x="1884540" y="0"/>
                </a:moveTo>
                <a:lnTo>
                  <a:pt x="1872361" y="0"/>
                </a:lnTo>
                <a:lnTo>
                  <a:pt x="12192" y="0"/>
                </a:lnTo>
                <a:lnTo>
                  <a:pt x="12192" y="12192"/>
                </a:lnTo>
                <a:lnTo>
                  <a:pt x="1872361" y="12192"/>
                </a:lnTo>
                <a:lnTo>
                  <a:pt x="1884540" y="12192"/>
                </a:lnTo>
                <a:lnTo>
                  <a:pt x="1884540" y="0"/>
                </a:lnTo>
                <a:close/>
              </a:path>
            </a:pathLst>
          </a:custGeom>
          <a:solidFill>
            <a:srgbClr val="172C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1" name="object 321" descr=""/>
          <p:cNvSpPr/>
          <p:nvPr/>
        </p:nvSpPr>
        <p:spPr>
          <a:xfrm>
            <a:off x="957376" y="1966594"/>
            <a:ext cx="1911985" cy="1597660"/>
          </a:xfrm>
          <a:custGeom>
            <a:avLst/>
            <a:gdLst/>
            <a:ahLst/>
            <a:cxnLst/>
            <a:rect l="l" t="t" r="r" b="b"/>
            <a:pathLst>
              <a:path w="1911985" h="1597660">
                <a:moveTo>
                  <a:pt x="1911985" y="1137158"/>
                </a:moveTo>
                <a:lnTo>
                  <a:pt x="0" y="1137158"/>
                </a:lnTo>
                <a:lnTo>
                  <a:pt x="0" y="1597406"/>
                </a:lnTo>
                <a:lnTo>
                  <a:pt x="1911985" y="1597406"/>
                </a:lnTo>
                <a:lnTo>
                  <a:pt x="1911985" y="1137158"/>
                </a:lnTo>
                <a:close/>
              </a:path>
              <a:path w="1911985" h="1597660">
                <a:moveTo>
                  <a:pt x="1911985" y="316941"/>
                </a:moveTo>
                <a:lnTo>
                  <a:pt x="0" y="316941"/>
                </a:lnTo>
                <a:lnTo>
                  <a:pt x="0" y="1109726"/>
                </a:lnTo>
                <a:lnTo>
                  <a:pt x="1911985" y="1109726"/>
                </a:lnTo>
                <a:lnTo>
                  <a:pt x="1911985" y="316941"/>
                </a:lnTo>
                <a:close/>
              </a:path>
              <a:path w="1911985" h="1597660">
                <a:moveTo>
                  <a:pt x="1911985" y="0"/>
                </a:moveTo>
                <a:lnTo>
                  <a:pt x="0" y="0"/>
                </a:lnTo>
                <a:lnTo>
                  <a:pt x="0" y="304800"/>
                </a:lnTo>
                <a:lnTo>
                  <a:pt x="1911985" y="304800"/>
                </a:lnTo>
                <a:lnTo>
                  <a:pt x="1911985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22" name="object 322" descr=""/>
          <p:cNvGraphicFramePr>
            <a:graphicFrameLocks noGrp="1"/>
          </p:cNvGraphicFramePr>
          <p:nvPr/>
        </p:nvGraphicFramePr>
        <p:xfrm>
          <a:off x="951280" y="1960498"/>
          <a:ext cx="2000885" cy="1608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4050"/>
              </a:tblGrid>
              <a:tr h="316865"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Employee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solidFill>
                      <a:srgbClr val="4470C4"/>
                    </a:solidFill>
                  </a:tcPr>
                </a:tc>
              </a:tr>
              <a:tr h="812165">
                <a:tc>
                  <a:txBody>
                    <a:bodyPr/>
                    <a:lstStyle/>
                    <a:p>
                      <a:pPr marL="560705" indent="-228600">
                        <a:lnSpc>
                          <a:spcPct val="100000"/>
                        </a:lnSpc>
                        <a:spcBef>
                          <a:spcPts val="380"/>
                        </a:spcBef>
                        <a:buChar char="-"/>
                        <a:tabLst>
                          <a:tab pos="560705" algn="l"/>
                        </a:tabLst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EmpID</a:t>
                      </a:r>
                      <a:r>
                        <a:rPr dirty="0" sz="12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200" spc="-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560705" indent="-228600">
                        <a:lnSpc>
                          <a:spcPct val="100000"/>
                        </a:lnSpc>
                        <a:spcBef>
                          <a:spcPts val="30"/>
                        </a:spcBef>
                        <a:buChar char="-"/>
                        <a:tabLst>
                          <a:tab pos="560705" algn="l"/>
                        </a:tabLst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EmpName</a:t>
                      </a:r>
                      <a:r>
                        <a:rPr dirty="0" sz="12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560705" indent="-228600">
                        <a:lnSpc>
                          <a:spcPts val="1430"/>
                        </a:lnSpc>
                        <a:spcBef>
                          <a:spcPts val="20"/>
                        </a:spcBef>
                        <a:buChar char="-"/>
                        <a:tabLst>
                          <a:tab pos="560705" algn="l"/>
                        </a:tabLst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ContactNo</a:t>
                      </a:r>
                      <a:r>
                        <a:rPr dirty="0" sz="12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2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560705" indent="-228600">
                        <a:lnSpc>
                          <a:spcPts val="1430"/>
                        </a:lnSpc>
                        <a:buChar char="-"/>
                        <a:tabLst>
                          <a:tab pos="560705" algn="l"/>
                        </a:tabLst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r>
                        <a:rPr dirty="0" sz="12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200" spc="-7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solidFill>
                      <a:srgbClr val="4470C4"/>
                    </a:solidFill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103505" marR="71183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2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ViewSalSheet() </a:t>
                      </a:r>
                      <a:r>
                        <a:rPr dirty="0" sz="1200" spc="-2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ViewAttendance()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0165">
                    <a:solidFill>
                      <a:srgbClr val="4470C4"/>
                    </a:solidFill>
                  </a:tcPr>
                </a:tc>
              </a:tr>
            </a:tbl>
          </a:graphicData>
        </a:graphic>
      </p:graphicFrame>
      <p:sp>
        <p:nvSpPr>
          <p:cNvPr id="323" name="object 323" descr=""/>
          <p:cNvSpPr/>
          <p:nvPr/>
        </p:nvSpPr>
        <p:spPr>
          <a:xfrm>
            <a:off x="945184" y="1954402"/>
            <a:ext cx="1936750" cy="1122045"/>
          </a:xfrm>
          <a:custGeom>
            <a:avLst/>
            <a:gdLst/>
            <a:ahLst/>
            <a:cxnLst/>
            <a:rect l="l" t="t" r="r" b="b"/>
            <a:pathLst>
              <a:path w="1936750" h="1122045">
                <a:moveTo>
                  <a:pt x="1924177" y="317004"/>
                </a:moveTo>
                <a:lnTo>
                  <a:pt x="12192" y="317004"/>
                </a:lnTo>
                <a:lnTo>
                  <a:pt x="0" y="317004"/>
                </a:lnTo>
                <a:lnTo>
                  <a:pt x="0" y="329133"/>
                </a:lnTo>
                <a:lnTo>
                  <a:pt x="0" y="1121918"/>
                </a:lnTo>
                <a:lnTo>
                  <a:pt x="12192" y="1121918"/>
                </a:lnTo>
                <a:lnTo>
                  <a:pt x="12192" y="329184"/>
                </a:lnTo>
                <a:lnTo>
                  <a:pt x="1924177" y="329184"/>
                </a:lnTo>
                <a:lnTo>
                  <a:pt x="1924177" y="317004"/>
                </a:lnTo>
                <a:close/>
              </a:path>
              <a:path w="1936750" h="1122045">
                <a:moveTo>
                  <a:pt x="1924177" y="0"/>
                </a:moveTo>
                <a:lnTo>
                  <a:pt x="12192" y="0"/>
                </a:lnTo>
                <a:lnTo>
                  <a:pt x="0" y="0"/>
                </a:lnTo>
                <a:lnTo>
                  <a:pt x="0" y="12192"/>
                </a:lnTo>
                <a:lnTo>
                  <a:pt x="0" y="316992"/>
                </a:lnTo>
                <a:lnTo>
                  <a:pt x="12192" y="316992"/>
                </a:lnTo>
                <a:lnTo>
                  <a:pt x="12192" y="12192"/>
                </a:lnTo>
                <a:lnTo>
                  <a:pt x="1924177" y="12192"/>
                </a:lnTo>
                <a:lnTo>
                  <a:pt x="1924177" y="0"/>
                </a:lnTo>
                <a:close/>
              </a:path>
              <a:path w="1936750" h="1122045">
                <a:moveTo>
                  <a:pt x="1936432" y="317004"/>
                </a:moveTo>
                <a:lnTo>
                  <a:pt x="1924253" y="317004"/>
                </a:lnTo>
                <a:lnTo>
                  <a:pt x="1924253" y="329133"/>
                </a:lnTo>
                <a:lnTo>
                  <a:pt x="1924253" y="1121918"/>
                </a:lnTo>
                <a:lnTo>
                  <a:pt x="1936432" y="1121918"/>
                </a:lnTo>
                <a:lnTo>
                  <a:pt x="1936432" y="329184"/>
                </a:lnTo>
                <a:lnTo>
                  <a:pt x="1936432" y="317004"/>
                </a:lnTo>
                <a:close/>
              </a:path>
              <a:path w="1936750" h="1122045">
                <a:moveTo>
                  <a:pt x="1936432" y="0"/>
                </a:moveTo>
                <a:lnTo>
                  <a:pt x="1924253" y="0"/>
                </a:lnTo>
                <a:lnTo>
                  <a:pt x="1924253" y="12192"/>
                </a:lnTo>
                <a:lnTo>
                  <a:pt x="1924253" y="316992"/>
                </a:lnTo>
                <a:lnTo>
                  <a:pt x="1936432" y="316992"/>
                </a:lnTo>
                <a:lnTo>
                  <a:pt x="1936432" y="12192"/>
                </a:lnTo>
                <a:lnTo>
                  <a:pt x="1936432" y="0"/>
                </a:lnTo>
                <a:close/>
              </a:path>
            </a:pathLst>
          </a:custGeom>
          <a:solidFill>
            <a:srgbClr val="172C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4" name="object 324" descr=""/>
          <p:cNvSpPr/>
          <p:nvPr/>
        </p:nvSpPr>
        <p:spPr>
          <a:xfrm>
            <a:off x="945184" y="3076333"/>
            <a:ext cx="1936750" cy="500380"/>
          </a:xfrm>
          <a:custGeom>
            <a:avLst/>
            <a:gdLst/>
            <a:ahLst/>
            <a:cxnLst/>
            <a:rect l="l" t="t" r="r" b="b"/>
            <a:pathLst>
              <a:path w="1936750" h="500379">
                <a:moveTo>
                  <a:pt x="1924177" y="0"/>
                </a:moveTo>
                <a:lnTo>
                  <a:pt x="12192" y="0"/>
                </a:lnTo>
                <a:lnTo>
                  <a:pt x="0" y="0"/>
                </a:lnTo>
                <a:lnTo>
                  <a:pt x="0" y="27419"/>
                </a:lnTo>
                <a:lnTo>
                  <a:pt x="0" y="487667"/>
                </a:lnTo>
                <a:lnTo>
                  <a:pt x="0" y="499859"/>
                </a:lnTo>
                <a:lnTo>
                  <a:pt x="12192" y="499859"/>
                </a:lnTo>
                <a:lnTo>
                  <a:pt x="1924177" y="499859"/>
                </a:lnTo>
                <a:lnTo>
                  <a:pt x="1924177" y="487667"/>
                </a:lnTo>
                <a:lnTo>
                  <a:pt x="12192" y="487667"/>
                </a:lnTo>
                <a:lnTo>
                  <a:pt x="12192" y="27419"/>
                </a:lnTo>
                <a:lnTo>
                  <a:pt x="1924177" y="27419"/>
                </a:lnTo>
                <a:lnTo>
                  <a:pt x="1924177" y="0"/>
                </a:lnTo>
                <a:close/>
              </a:path>
              <a:path w="1936750" h="500379">
                <a:moveTo>
                  <a:pt x="1936432" y="0"/>
                </a:moveTo>
                <a:lnTo>
                  <a:pt x="1924253" y="0"/>
                </a:lnTo>
                <a:lnTo>
                  <a:pt x="1924253" y="27419"/>
                </a:lnTo>
                <a:lnTo>
                  <a:pt x="1924253" y="487667"/>
                </a:lnTo>
                <a:lnTo>
                  <a:pt x="1924253" y="499859"/>
                </a:lnTo>
                <a:lnTo>
                  <a:pt x="1936432" y="499859"/>
                </a:lnTo>
                <a:lnTo>
                  <a:pt x="1936432" y="487667"/>
                </a:lnTo>
                <a:lnTo>
                  <a:pt x="1936432" y="27419"/>
                </a:lnTo>
                <a:lnTo>
                  <a:pt x="1936432" y="0"/>
                </a:lnTo>
                <a:close/>
              </a:path>
            </a:pathLst>
          </a:custGeom>
          <a:solidFill>
            <a:srgbClr val="172C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5" name="object 325" descr=""/>
          <p:cNvSpPr/>
          <p:nvPr/>
        </p:nvSpPr>
        <p:spPr>
          <a:xfrm>
            <a:off x="4851146" y="1677047"/>
            <a:ext cx="2146935" cy="1518285"/>
          </a:xfrm>
          <a:custGeom>
            <a:avLst/>
            <a:gdLst/>
            <a:ahLst/>
            <a:cxnLst/>
            <a:rect l="l" t="t" r="r" b="b"/>
            <a:pathLst>
              <a:path w="2146934" h="1518285">
                <a:moveTo>
                  <a:pt x="2146681" y="1076185"/>
                </a:moveTo>
                <a:lnTo>
                  <a:pt x="0" y="1076185"/>
                </a:lnTo>
                <a:lnTo>
                  <a:pt x="0" y="1518145"/>
                </a:lnTo>
                <a:lnTo>
                  <a:pt x="2146681" y="1518145"/>
                </a:lnTo>
                <a:lnTo>
                  <a:pt x="2146681" y="1076185"/>
                </a:lnTo>
                <a:close/>
              </a:path>
              <a:path w="2146934" h="1518285">
                <a:moveTo>
                  <a:pt x="2146681" y="298640"/>
                </a:moveTo>
                <a:lnTo>
                  <a:pt x="0" y="298640"/>
                </a:lnTo>
                <a:lnTo>
                  <a:pt x="0" y="1063993"/>
                </a:lnTo>
                <a:lnTo>
                  <a:pt x="2146681" y="1063993"/>
                </a:lnTo>
                <a:lnTo>
                  <a:pt x="2146681" y="298640"/>
                </a:lnTo>
                <a:close/>
              </a:path>
              <a:path w="2146934" h="1518285">
                <a:moveTo>
                  <a:pt x="2146681" y="0"/>
                </a:moveTo>
                <a:lnTo>
                  <a:pt x="0" y="0"/>
                </a:lnTo>
                <a:lnTo>
                  <a:pt x="0" y="286499"/>
                </a:lnTo>
                <a:lnTo>
                  <a:pt x="2146681" y="286499"/>
                </a:lnTo>
                <a:lnTo>
                  <a:pt x="2146681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26" name="object 326" descr=""/>
          <p:cNvGraphicFramePr>
            <a:graphicFrameLocks noGrp="1"/>
          </p:cNvGraphicFramePr>
          <p:nvPr/>
        </p:nvGraphicFramePr>
        <p:xfrm>
          <a:off x="4845050" y="1667890"/>
          <a:ext cx="2238375" cy="1532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2175"/>
              </a:tblGrid>
              <a:tr h="301625"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1435">
                    <a:solidFill>
                      <a:srgbClr val="4470C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560705" indent="-228600">
                        <a:lnSpc>
                          <a:spcPct val="100000"/>
                        </a:lnSpc>
                        <a:spcBef>
                          <a:spcPts val="384"/>
                        </a:spcBef>
                        <a:buChar char="-"/>
                        <a:tabLst>
                          <a:tab pos="560705" algn="l"/>
                        </a:tabLst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EmpID</a:t>
                      </a:r>
                      <a:r>
                        <a:rPr dirty="0" sz="1200" spc="-4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200" spc="-6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560705" indent="-228600">
                        <a:lnSpc>
                          <a:spcPct val="100000"/>
                        </a:lnSpc>
                        <a:spcBef>
                          <a:spcPts val="20"/>
                        </a:spcBef>
                        <a:buChar char="-"/>
                        <a:tabLst>
                          <a:tab pos="560705" algn="l"/>
                        </a:tabLst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TotalAmount</a:t>
                      </a:r>
                      <a:r>
                        <a:rPr dirty="0" sz="1200" spc="-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200" spc="-5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String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560705" indent="-228600">
                        <a:lnSpc>
                          <a:spcPts val="1345"/>
                        </a:lnSpc>
                        <a:spcBef>
                          <a:spcPts val="25"/>
                        </a:spcBef>
                        <a:buChar char="-"/>
                        <a:tabLst>
                          <a:tab pos="560705" algn="l"/>
                        </a:tabLst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SalaryDeducts</a:t>
                      </a:r>
                      <a:r>
                        <a:rPr dirty="0" sz="1200" spc="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200" spc="-3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double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560705" indent="-228600">
                        <a:lnSpc>
                          <a:spcPts val="1345"/>
                        </a:lnSpc>
                        <a:buChar char="-"/>
                        <a:tabLst>
                          <a:tab pos="560705" algn="l"/>
                        </a:tabLst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SalaryAdvance</a:t>
                      </a:r>
                      <a:r>
                        <a:rPr dirty="0" sz="1200" spc="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200" spc="-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Double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8894">
                    <a:solidFill>
                      <a:srgbClr val="4470C4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200" spc="-1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GetSalInfo()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200" spc="-4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GrossSal()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5719">
                    <a:solidFill>
                      <a:srgbClr val="4470C4"/>
                    </a:solidFill>
                  </a:tcPr>
                </a:tc>
              </a:tr>
            </a:tbl>
          </a:graphicData>
        </a:graphic>
      </p:graphicFrame>
      <p:sp>
        <p:nvSpPr>
          <p:cNvPr id="327" name="object 327" descr=""/>
          <p:cNvSpPr/>
          <p:nvPr/>
        </p:nvSpPr>
        <p:spPr>
          <a:xfrm>
            <a:off x="4838954" y="1661807"/>
            <a:ext cx="2174240" cy="1079500"/>
          </a:xfrm>
          <a:custGeom>
            <a:avLst/>
            <a:gdLst/>
            <a:ahLst/>
            <a:cxnLst/>
            <a:rect l="l" t="t" r="r" b="b"/>
            <a:pathLst>
              <a:path w="2174240" h="1079500">
                <a:moveTo>
                  <a:pt x="12179" y="12192"/>
                </a:moveTo>
                <a:lnTo>
                  <a:pt x="0" y="12192"/>
                </a:lnTo>
                <a:lnTo>
                  <a:pt x="0" y="301739"/>
                </a:lnTo>
                <a:lnTo>
                  <a:pt x="0" y="313880"/>
                </a:lnTo>
                <a:lnTo>
                  <a:pt x="0" y="1079233"/>
                </a:lnTo>
                <a:lnTo>
                  <a:pt x="12179" y="1079233"/>
                </a:lnTo>
                <a:lnTo>
                  <a:pt x="12179" y="313931"/>
                </a:lnTo>
                <a:lnTo>
                  <a:pt x="12179" y="301739"/>
                </a:lnTo>
                <a:lnTo>
                  <a:pt x="12179" y="12192"/>
                </a:lnTo>
                <a:close/>
              </a:path>
              <a:path w="2174240" h="1079500">
                <a:moveTo>
                  <a:pt x="12179" y="0"/>
                </a:moveTo>
                <a:lnTo>
                  <a:pt x="0" y="0"/>
                </a:lnTo>
                <a:lnTo>
                  <a:pt x="0" y="12179"/>
                </a:lnTo>
                <a:lnTo>
                  <a:pt x="12179" y="12179"/>
                </a:lnTo>
                <a:lnTo>
                  <a:pt x="12179" y="0"/>
                </a:lnTo>
                <a:close/>
              </a:path>
              <a:path w="2174240" h="1079500">
                <a:moveTo>
                  <a:pt x="2161921" y="301739"/>
                </a:moveTo>
                <a:lnTo>
                  <a:pt x="12192" y="301739"/>
                </a:lnTo>
                <a:lnTo>
                  <a:pt x="12192" y="313931"/>
                </a:lnTo>
                <a:lnTo>
                  <a:pt x="2161921" y="313931"/>
                </a:lnTo>
                <a:lnTo>
                  <a:pt x="2161921" y="301739"/>
                </a:lnTo>
                <a:close/>
              </a:path>
              <a:path w="2174240" h="1079500">
                <a:moveTo>
                  <a:pt x="2161921" y="0"/>
                </a:moveTo>
                <a:lnTo>
                  <a:pt x="12192" y="0"/>
                </a:lnTo>
                <a:lnTo>
                  <a:pt x="12192" y="12179"/>
                </a:lnTo>
                <a:lnTo>
                  <a:pt x="2161921" y="12179"/>
                </a:lnTo>
                <a:lnTo>
                  <a:pt x="2161921" y="0"/>
                </a:lnTo>
                <a:close/>
              </a:path>
              <a:path w="2174240" h="1079500">
                <a:moveTo>
                  <a:pt x="2174240" y="12192"/>
                </a:moveTo>
                <a:lnTo>
                  <a:pt x="2162048" y="12192"/>
                </a:lnTo>
                <a:lnTo>
                  <a:pt x="2162048" y="301739"/>
                </a:lnTo>
                <a:lnTo>
                  <a:pt x="2162048" y="313880"/>
                </a:lnTo>
                <a:lnTo>
                  <a:pt x="2162048" y="1079233"/>
                </a:lnTo>
                <a:lnTo>
                  <a:pt x="2174240" y="1079233"/>
                </a:lnTo>
                <a:lnTo>
                  <a:pt x="2174240" y="313931"/>
                </a:lnTo>
                <a:lnTo>
                  <a:pt x="2174240" y="301739"/>
                </a:lnTo>
                <a:lnTo>
                  <a:pt x="2174240" y="12192"/>
                </a:lnTo>
                <a:close/>
              </a:path>
              <a:path w="2174240" h="1079500">
                <a:moveTo>
                  <a:pt x="2174240" y="0"/>
                </a:moveTo>
                <a:lnTo>
                  <a:pt x="2162048" y="0"/>
                </a:lnTo>
                <a:lnTo>
                  <a:pt x="2162048" y="12179"/>
                </a:lnTo>
                <a:lnTo>
                  <a:pt x="2174240" y="12179"/>
                </a:lnTo>
                <a:lnTo>
                  <a:pt x="2174240" y="0"/>
                </a:lnTo>
                <a:close/>
              </a:path>
            </a:pathLst>
          </a:custGeom>
          <a:solidFill>
            <a:srgbClr val="172C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8" name="object 328" descr=""/>
          <p:cNvSpPr/>
          <p:nvPr/>
        </p:nvSpPr>
        <p:spPr>
          <a:xfrm>
            <a:off x="4838954" y="2741040"/>
            <a:ext cx="2174240" cy="466725"/>
          </a:xfrm>
          <a:custGeom>
            <a:avLst/>
            <a:gdLst/>
            <a:ahLst/>
            <a:cxnLst/>
            <a:rect l="l" t="t" r="r" b="b"/>
            <a:pathLst>
              <a:path w="2174240" h="466725">
                <a:moveTo>
                  <a:pt x="12179" y="0"/>
                </a:moveTo>
                <a:lnTo>
                  <a:pt x="0" y="0"/>
                </a:lnTo>
                <a:lnTo>
                  <a:pt x="0" y="12192"/>
                </a:lnTo>
                <a:lnTo>
                  <a:pt x="0" y="454152"/>
                </a:lnTo>
                <a:lnTo>
                  <a:pt x="0" y="466344"/>
                </a:lnTo>
                <a:lnTo>
                  <a:pt x="12179" y="466344"/>
                </a:lnTo>
                <a:lnTo>
                  <a:pt x="12179" y="454152"/>
                </a:lnTo>
                <a:lnTo>
                  <a:pt x="12179" y="12192"/>
                </a:lnTo>
                <a:lnTo>
                  <a:pt x="12179" y="0"/>
                </a:lnTo>
                <a:close/>
              </a:path>
              <a:path w="2174240" h="466725">
                <a:moveTo>
                  <a:pt x="2161921" y="454152"/>
                </a:moveTo>
                <a:lnTo>
                  <a:pt x="12192" y="454152"/>
                </a:lnTo>
                <a:lnTo>
                  <a:pt x="12192" y="466344"/>
                </a:lnTo>
                <a:lnTo>
                  <a:pt x="2161921" y="466344"/>
                </a:lnTo>
                <a:lnTo>
                  <a:pt x="2161921" y="454152"/>
                </a:lnTo>
                <a:close/>
              </a:path>
              <a:path w="2174240" h="466725">
                <a:moveTo>
                  <a:pt x="2161921" y="0"/>
                </a:moveTo>
                <a:lnTo>
                  <a:pt x="12192" y="0"/>
                </a:lnTo>
                <a:lnTo>
                  <a:pt x="12192" y="12192"/>
                </a:lnTo>
                <a:lnTo>
                  <a:pt x="2161921" y="12192"/>
                </a:lnTo>
                <a:lnTo>
                  <a:pt x="2161921" y="0"/>
                </a:lnTo>
                <a:close/>
              </a:path>
              <a:path w="2174240" h="466725">
                <a:moveTo>
                  <a:pt x="2174240" y="0"/>
                </a:moveTo>
                <a:lnTo>
                  <a:pt x="2162048" y="0"/>
                </a:lnTo>
                <a:lnTo>
                  <a:pt x="2162048" y="12192"/>
                </a:lnTo>
                <a:lnTo>
                  <a:pt x="2162048" y="454152"/>
                </a:lnTo>
                <a:lnTo>
                  <a:pt x="2162048" y="466344"/>
                </a:lnTo>
                <a:lnTo>
                  <a:pt x="2174240" y="466344"/>
                </a:lnTo>
                <a:lnTo>
                  <a:pt x="2174240" y="454152"/>
                </a:lnTo>
                <a:lnTo>
                  <a:pt x="2174240" y="12192"/>
                </a:lnTo>
                <a:lnTo>
                  <a:pt x="2174240" y="0"/>
                </a:lnTo>
                <a:close/>
              </a:path>
            </a:pathLst>
          </a:custGeom>
          <a:solidFill>
            <a:srgbClr val="172C5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712720" y="1264538"/>
            <a:ext cx="1818005" cy="1234440"/>
            <a:chOff x="2712720" y="1264538"/>
            <a:chExt cx="1818005" cy="1234440"/>
          </a:xfrm>
        </p:grpSpPr>
        <p:sp>
          <p:nvSpPr>
            <p:cNvPr id="3" name="object 3" descr=""/>
            <p:cNvSpPr/>
            <p:nvPr/>
          </p:nvSpPr>
          <p:spPr>
            <a:xfrm>
              <a:off x="3423031" y="1270888"/>
              <a:ext cx="451484" cy="473709"/>
            </a:xfrm>
            <a:custGeom>
              <a:avLst/>
              <a:gdLst/>
              <a:ahLst/>
              <a:cxnLst/>
              <a:rect l="l" t="t" r="r" b="b"/>
              <a:pathLst>
                <a:path w="451485" h="473710">
                  <a:moveTo>
                    <a:pt x="225679" y="0"/>
                  </a:moveTo>
                  <a:lnTo>
                    <a:pt x="180213" y="4825"/>
                  </a:lnTo>
                  <a:lnTo>
                    <a:pt x="137922" y="18542"/>
                  </a:lnTo>
                  <a:lnTo>
                    <a:pt x="99568" y="40386"/>
                  </a:lnTo>
                  <a:lnTo>
                    <a:pt x="66167" y="69342"/>
                  </a:lnTo>
                  <a:lnTo>
                    <a:pt x="38608" y="104394"/>
                  </a:lnTo>
                  <a:lnTo>
                    <a:pt x="17780" y="144652"/>
                  </a:lnTo>
                  <a:lnTo>
                    <a:pt x="4572" y="189102"/>
                  </a:lnTo>
                  <a:lnTo>
                    <a:pt x="0" y="236854"/>
                  </a:lnTo>
                  <a:lnTo>
                    <a:pt x="4572" y="284479"/>
                  </a:lnTo>
                  <a:lnTo>
                    <a:pt x="17780" y="329056"/>
                  </a:lnTo>
                  <a:lnTo>
                    <a:pt x="38608" y="369189"/>
                  </a:lnTo>
                  <a:lnTo>
                    <a:pt x="66167" y="404241"/>
                  </a:lnTo>
                  <a:lnTo>
                    <a:pt x="99568" y="433197"/>
                  </a:lnTo>
                  <a:lnTo>
                    <a:pt x="137922" y="455041"/>
                  </a:lnTo>
                  <a:lnTo>
                    <a:pt x="180213" y="468884"/>
                  </a:lnTo>
                  <a:lnTo>
                    <a:pt x="225679" y="473710"/>
                  </a:lnTo>
                  <a:lnTo>
                    <a:pt x="271145" y="468884"/>
                  </a:lnTo>
                  <a:lnTo>
                    <a:pt x="313563" y="455041"/>
                  </a:lnTo>
                  <a:lnTo>
                    <a:pt x="351790" y="433197"/>
                  </a:lnTo>
                  <a:lnTo>
                    <a:pt x="385191" y="404241"/>
                  </a:lnTo>
                  <a:lnTo>
                    <a:pt x="412750" y="369189"/>
                  </a:lnTo>
                  <a:lnTo>
                    <a:pt x="433578" y="329056"/>
                  </a:lnTo>
                  <a:lnTo>
                    <a:pt x="446786" y="284479"/>
                  </a:lnTo>
                  <a:lnTo>
                    <a:pt x="451358" y="236854"/>
                  </a:lnTo>
                  <a:lnTo>
                    <a:pt x="446786" y="189102"/>
                  </a:lnTo>
                  <a:lnTo>
                    <a:pt x="433578" y="144652"/>
                  </a:lnTo>
                  <a:lnTo>
                    <a:pt x="412750" y="104394"/>
                  </a:lnTo>
                  <a:lnTo>
                    <a:pt x="385191" y="69342"/>
                  </a:lnTo>
                  <a:lnTo>
                    <a:pt x="351790" y="40386"/>
                  </a:lnTo>
                  <a:lnTo>
                    <a:pt x="313563" y="18542"/>
                  </a:lnTo>
                  <a:lnTo>
                    <a:pt x="271145" y="4825"/>
                  </a:lnTo>
                  <a:lnTo>
                    <a:pt x="225679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423031" y="1270888"/>
              <a:ext cx="451484" cy="473709"/>
            </a:xfrm>
            <a:custGeom>
              <a:avLst/>
              <a:gdLst/>
              <a:ahLst/>
              <a:cxnLst/>
              <a:rect l="l" t="t" r="r" b="b"/>
              <a:pathLst>
                <a:path w="451485" h="473710">
                  <a:moveTo>
                    <a:pt x="0" y="236854"/>
                  </a:moveTo>
                  <a:lnTo>
                    <a:pt x="4572" y="189102"/>
                  </a:lnTo>
                  <a:lnTo>
                    <a:pt x="17780" y="144652"/>
                  </a:lnTo>
                  <a:lnTo>
                    <a:pt x="38608" y="104394"/>
                  </a:lnTo>
                  <a:lnTo>
                    <a:pt x="66167" y="69342"/>
                  </a:lnTo>
                  <a:lnTo>
                    <a:pt x="99568" y="40386"/>
                  </a:lnTo>
                  <a:lnTo>
                    <a:pt x="137922" y="18542"/>
                  </a:lnTo>
                  <a:lnTo>
                    <a:pt x="180213" y="4825"/>
                  </a:lnTo>
                  <a:lnTo>
                    <a:pt x="225679" y="0"/>
                  </a:lnTo>
                  <a:lnTo>
                    <a:pt x="271145" y="4825"/>
                  </a:lnTo>
                  <a:lnTo>
                    <a:pt x="313563" y="18542"/>
                  </a:lnTo>
                  <a:lnTo>
                    <a:pt x="351790" y="40386"/>
                  </a:lnTo>
                  <a:lnTo>
                    <a:pt x="385191" y="69342"/>
                  </a:lnTo>
                  <a:lnTo>
                    <a:pt x="412750" y="104394"/>
                  </a:lnTo>
                  <a:lnTo>
                    <a:pt x="433578" y="144652"/>
                  </a:lnTo>
                  <a:lnTo>
                    <a:pt x="446786" y="189102"/>
                  </a:lnTo>
                  <a:lnTo>
                    <a:pt x="451358" y="236854"/>
                  </a:lnTo>
                  <a:lnTo>
                    <a:pt x="446786" y="284479"/>
                  </a:lnTo>
                  <a:lnTo>
                    <a:pt x="433578" y="329056"/>
                  </a:lnTo>
                  <a:lnTo>
                    <a:pt x="412750" y="369189"/>
                  </a:lnTo>
                  <a:lnTo>
                    <a:pt x="385191" y="404241"/>
                  </a:lnTo>
                  <a:lnTo>
                    <a:pt x="351790" y="433197"/>
                  </a:lnTo>
                  <a:lnTo>
                    <a:pt x="313563" y="455041"/>
                  </a:lnTo>
                  <a:lnTo>
                    <a:pt x="271145" y="468884"/>
                  </a:lnTo>
                  <a:lnTo>
                    <a:pt x="225679" y="473710"/>
                  </a:lnTo>
                  <a:lnTo>
                    <a:pt x="180213" y="468884"/>
                  </a:lnTo>
                  <a:lnTo>
                    <a:pt x="137922" y="455041"/>
                  </a:lnTo>
                  <a:lnTo>
                    <a:pt x="99568" y="433197"/>
                  </a:lnTo>
                  <a:lnTo>
                    <a:pt x="66167" y="404241"/>
                  </a:lnTo>
                  <a:lnTo>
                    <a:pt x="38608" y="369189"/>
                  </a:lnTo>
                  <a:lnTo>
                    <a:pt x="17780" y="329056"/>
                  </a:lnTo>
                  <a:lnTo>
                    <a:pt x="4572" y="284479"/>
                  </a:lnTo>
                  <a:lnTo>
                    <a:pt x="0" y="23685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641979" y="1522348"/>
              <a:ext cx="2540" cy="598170"/>
            </a:xfrm>
            <a:custGeom>
              <a:avLst/>
              <a:gdLst/>
              <a:ahLst/>
              <a:cxnLst/>
              <a:rect l="l" t="t" r="r" b="b"/>
              <a:pathLst>
                <a:path w="2539" h="598169">
                  <a:moveTo>
                    <a:pt x="2540" y="0"/>
                  </a:moveTo>
                  <a:lnTo>
                    <a:pt x="0" y="59816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719070" y="2120518"/>
              <a:ext cx="1805305" cy="372110"/>
            </a:xfrm>
            <a:custGeom>
              <a:avLst/>
              <a:gdLst/>
              <a:ahLst/>
              <a:cxnLst/>
              <a:rect l="l" t="t" r="r" b="b"/>
              <a:pathLst>
                <a:path w="1805304" h="372110">
                  <a:moveTo>
                    <a:pt x="1619377" y="0"/>
                  </a:moveTo>
                  <a:lnTo>
                    <a:pt x="185928" y="0"/>
                  </a:lnTo>
                  <a:lnTo>
                    <a:pt x="136525" y="6604"/>
                  </a:lnTo>
                  <a:lnTo>
                    <a:pt x="92075" y="25400"/>
                  </a:lnTo>
                  <a:lnTo>
                    <a:pt x="54482" y="54483"/>
                  </a:lnTo>
                  <a:lnTo>
                    <a:pt x="25400" y="92075"/>
                  </a:lnTo>
                  <a:lnTo>
                    <a:pt x="6604" y="136525"/>
                  </a:lnTo>
                  <a:lnTo>
                    <a:pt x="0" y="186055"/>
                  </a:lnTo>
                  <a:lnTo>
                    <a:pt x="6604" y="235458"/>
                  </a:lnTo>
                  <a:lnTo>
                    <a:pt x="25400" y="279908"/>
                  </a:lnTo>
                  <a:lnTo>
                    <a:pt x="54482" y="317626"/>
                  </a:lnTo>
                  <a:lnTo>
                    <a:pt x="92075" y="346710"/>
                  </a:lnTo>
                  <a:lnTo>
                    <a:pt x="136525" y="365379"/>
                  </a:lnTo>
                  <a:lnTo>
                    <a:pt x="185928" y="372110"/>
                  </a:lnTo>
                  <a:lnTo>
                    <a:pt x="1619377" y="372110"/>
                  </a:lnTo>
                  <a:lnTo>
                    <a:pt x="1668780" y="365379"/>
                  </a:lnTo>
                  <a:lnTo>
                    <a:pt x="1713230" y="346710"/>
                  </a:lnTo>
                  <a:lnTo>
                    <a:pt x="1750821" y="317626"/>
                  </a:lnTo>
                  <a:lnTo>
                    <a:pt x="1779905" y="279908"/>
                  </a:lnTo>
                  <a:lnTo>
                    <a:pt x="1798701" y="235458"/>
                  </a:lnTo>
                  <a:lnTo>
                    <a:pt x="1805305" y="186055"/>
                  </a:lnTo>
                  <a:lnTo>
                    <a:pt x="1798701" y="136525"/>
                  </a:lnTo>
                  <a:lnTo>
                    <a:pt x="1779905" y="92075"/>
                  </a:lnTo>
                  <a:lnTo>
                    <a:pt x="1750821" y="54483"/>
                  </a:lnTo>
                  <a:lnTo>
                    <a:pt x="1713230" y="25400"/>
                  </a:lnTo>
                  <a:lnTo>
                    <a:pt x="1668780" y="6604"/>
                  </a:lnTo>
                  <a:lnTo>
                    <a:pt x="1619377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719070" y="2120518"/>
              <a:ext cx="1805305" cy="372110"/>
            </a:xfrm>
            <a:custGeom>
              <a:avLst/>
              <a:gdLst/>
              <a:ahLst/>
              <a:cxnLst/>
              <a:rect l="l" t="t" r="r" b="b"/>
              <a:pathLst>
                <a:path w="1805304" h="372110">
                  <a:moveTo>
                    <a:pt x="0" y="186055"/>
                  </a:moveTo>
                  <a:lnTo>
                    <a:pt x="6604" y="136525"/>
                  </a:lnTo>
                  <a:lnTo>
                    <a:pt x="25400" y="92075"/>
                  </a:lnTo>
                  <a:lnTo>
                    <a:pt x="54482" y="54483"/>
                  </a:lnTo>
                  <a:lnTo>
                    <a:pt x="92075" y="25400"/>
                  </a:lnTo>
                  <a:lnTo>
                    <a:pt x="136525" y="6604"/>
                  </a:lnTo>
                  <a:lnTo>
                    <a:pt x="185928" y="0"/>
                  </a:lnTo>
                  <a:lnTo>
                    <a:pt x="1619377" y="0"/>
                  </a:lnTo>
                  <a:lnTo>
                    <a:pt x="1668780" y="6604"/>
                  </a:lnTo>
                  <a:lnTo>
                    <a:pt x="1713230" y="25400"/>
                  </a:lnTo>
                  <a:lnTo>
                    <a:pt x="1750821" y="54483"/>
                  </a:lnTo>
                  <a:lnTo>
                    <a:pt x="1779905" y="92075"/>
                  </a:lnTo>
                  <a:lnTo>
                    <a:pt x="1798701" y="136525"/>
                  </a:lnTo>
                  <a:lnTo>
                    <a:pt x="1805305" y="186055"/>
                  </a:lnTo>
                  <a:lnTo>
                    <a:pt x="1798701" y="235458"/>
                  </a:lnTo>
                  <a:lnTo>
                    <a:pt x="1779905" y="279908"/>
                  </a:lnTo>
                  <a:lnTo>
                    <a:pt x="1750821" y="317626"/>
                  </a:lnTo>
                  <a:lnTo>
                    <a:pt x="1713230" y="346710"/>
                  </a:lnTo>
                  <a:lnTo>
                    <a:pt x="1668780" y="365379"/>
                  </a:lnTo>
                  <a:lnTo>
                    <a:pt x="1619377" y="372110"/>
                  </a:lnTo>
                  <a:lnTo>
                    <a:pt x="185928" y="372110"/>
                  </a:lnTo>
                  <a:lnTo>
                    <a:pt x="136525" y="365379"/>
                  </a:lnTo>
                  <a:lnTo>
                    <a:pt x="92075" y="346710"/>
                  </a:lnTo>
                  <a:lnTo>
                    <a:pt x="54482" y="317626"/>
                  </a:lnTo>
                  <a:lnTo>
                    <a:pt x="25400" y="279908"/>
                  </a:lnTo>
                  <a:lnTo>
                    <a:pt x="6604" y="235458"/>
                  </a:lnTo>
                  <a:lnTo>
                    <a:pt x="0" y="186055"/>
                  </a:lnTo>
                  <a:close/>
                </a:path>
              </a:pathLst>
            </a:custGeom>
            <a:ln w="12700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530351" y="8611996"/>
            <a:ext cx="6498590" cy="0"/>
          </a:xfrm>
          <a:custGeom>
            <a:avLst/>
            <a:gdLst/>
            <a:ahLst/>
            <a:cxnLst/>
            <a:rect l="l" t="t" r="r" b="b"/>
            <a:pathLst>
              <a:path w="6498590" h="0">
                <a:moveTo>
                  <a:pt x="0" y="0"/>
                </a:moveTo>
                <a:lnTo>
                  <a:pt x="6498082" y="0"/>
                </a:lnTo>
              </a:path>
            </a:pathLst>
          </a:custGeom>
          <a:ln w="19050">
            <a:solidFill>
              <a:srgbClr val="4470C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3249929" y="8653271"/>
            <a:ext cx="802640" cy="1550035"/>
            <a:chOff x="3249929" y="8653271"/>
            <a:chExt cx="802640" cy="1550035"/>
          </a:xfrm>
        </p:grpSpPr>
        <p:sp>
          <p:nvSpPr>
            <p:cNvPr id="10" name="object 10" descr=""/>
            <p:cNvSpPr/>
            <p:nvPr/>
          </p:nvSpPr>
          <p:spPr>
            <a:xfrm>
              <a:off x="3256279" y="9041510"/>
              <a:ext cx="789940" cy="372110"/>
            </a:xfrm>
            <a:custGeom>
              <a:avLst/>
              <a:gdLst/>
              <a:ahLst/>
              <a:cxnLst/>
              <a:rect l="l" t="t" r="r" b="b"/>
              <a:pathLst>
                <a:path w="789939" h="372109">
                  <a:moveTo>
                    <a:pt x="603885" y="0"/>
                  </a:moveTo>
                  <a:lnTo>
                    <a:pt x="186055" y="0"/>
                  </a:lnTo>
                  <a:lnTo>
                    <a:pt x="136652" y="6731"/>
                  </a:lnTo>
                  <a:lnTo>
                    <a:pt x="92202" y="25400"/>
                  </a:lnTo>
                  <a:lnTo>
                    <a:pt x="54483" y="54610"/>
                  </a:lnTo>
                  <a:lnTo>
                    <a:pt x="25400" y="92202"/>
                  </a:lnTo>
                  <a:lnTo>
                    <a:pt x="6604" y="136652"/>
                  </a:lnTo>
                  <a:lnTo>
                    <a:pt x="0" y="186055"/>
                  </a:lnTo>
                  <a:lnTo>
                    <a:pt x="6604" y="235585"/>
                  </a:lnTo>
                  <a:lnTo>
                    <a:pt x="25400" y="280035"/>
                  </a:lnTo>
                  <a:lnTo>
                    <a:pt x="54483" y="317627"/>
                  </a:lnTo>
                  <a:lnTo>
                    <a:pt x="92202" y="346710"/>
                  </a:lnTo>
                  <a:lnTo>
                    <a:pt x="136652" y="365506"/>
                  </a:lnTo>
                  <a:lnTo>
                    <a:pt x="186055" y="372110"/>
                  </a:lnTo>
                  <a:lnTo>
                    <a:pt x="603885" y="372110"/>
                  </a:lnTo>
                  <a:lnTo>
                    <a:pt x="653288" y="365506"/>
                  </a:lnTo>
                  <a:lnTo>
                    <a:pt x="697738" y="346710"/>
                  </a:lnTo>
                  <a:lnTo>
                    <a:pt x="735457" y="317627"/>
                  </a:lnTo>
                  <a:lnTo>
                    <a:pt x="764540" y="280035"/>
                  </a:lnTo>
                  <a:lnTo>
                    <a:pt x="783336" y="235585"/>
                  </a:lnTo>
                  <a:lnTo>
                    <a:pt x="789940" y="186055"/>
                  </a:lnTo>
                  <a:lnTo>
                    <a:pt x="783336" y="136652"/>
                  </a:lnTo>
                  <a:lnTo>
                    <a:pt x="764540" y="92202"/>
                  </a:lnTo>
                  <a:lnTo>
                    <a:pt x="735457" y="54610"/>
                  </a:lnTo>
                  <a:lnTo>
                    <a:pt x="697738" y="25400"/>
                  </a:lnTo>
                  <a:lnTo>
                    <a:pt x="653288" y="6731"/>
                  </a:lnTo>
                  <a:lnTo>
                    <a:pt x="603885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256279" y="9041510"/>
              <a:ext cx="789940" cy="372110"/>
            </a:xfrm>
            <a:custGeom>
              <a:avLst/>
              <a:gdLst/>
              <a:ahLst/>
              <a:cxnLst/>
              <a:rect l="l" t="t" r="r" b="b"/>
              <a:pathLst>
                <a:path w="789939" h="372109">
                  <a:moveTo>
                    <a:pt x="0" y="186055"/>
                  </a:moveTo>
                  <a:lnTo>
                    <a:pt x="6604" y="136652"/>
                  </a:lnTo>
                  <a:lnTo>
                    <a:pt x="25400" y="92202"/>
                  </a:lnTo>
                  <a:lnTo>
                    <a:pt x="54483" y="54610"/>
                  </a:lnTo>
                  <a:lnTo>
                    <a:pt x="92202" y="25400"/>
                  </a:lnTo>
                  <a:lnTo>
                    <a:pt x="136652" y="6731"/>
                  </a:lnTo>
                  <a:lnTo>
                    <a:pt x="186055" y="0"/>
                  </a:lnTo>
                  <a:lnTo>
                    <a:pt x="603885" y="0"/>
                  </a:lnTo>
                  <a:lnTo>
                    <a:pt x="653288" y="6731"/>
                  </a:lnTo>
                  <a:lnTo>
                    <a:pt x="697738" y="25400"/>
                  </a:lnTo>
                  <a:lnTo>
                    <a:pt x="735457" y="54610"/>
                  </a:lnTo>
                  <a:lnTo>
                    <a:pt x="764540" y="92202"/>
                  </a:lnTo>
                  <a:lnTo>
                    <a:pt x="783336" y="136652"/>
                  </a:lnTo>
                  <a:lnTo>
                    <a:pt x="789940" y="186055"/>
                  </a:lnTo>
                  <a:lnTo>
                    <a:pt x="783336" y="235585"/>
                  </a:lnTo>
                  <a:lnTo>
                    <a:pt x="764540" y="280035"/>
                  </a:lnTo>
                  <a:lnTo>
                    <a:pt x="735457" y="317627"/>
                  </a:lnTo>
                  <a:lnTo>
                    <a:pt x="697738" y="346710"/>
                  </a:lnTo>
                  <a:lnTo>
                    <a:pt x="653288" y="365506"/>
                  </a:lnTo>
                  <a:lnTo>
                    <a:pt x="603885" y="372110"/>
                  </a:lnTo>
                  <a:lnTo>
                    <a:pt x="186055" y="372110"/>
                  </a:lnTo>
                  <a:lnTo>
                    <a:pt x="136652" y="365506"/>
                  </a:lnTo>
                  <a:lnTo>
                    <a:pt x="92202" y="346710"/>
                  </a:lnTo>
                  <a:lnTo>
                    <a:pt x="54483" y="317627"/>
                  </a:lnTo>
                  <a:lnTo>
                    <a:pt x="25400" y="280035"/>
                  </a:lnTo>
                  <a:lnTo>
                    <a:pt x="6604" y="235585"/>
                  </a:lnTo>
                  <a:lnTo>
                    <a:pt x="0" y="186055"/>
                  </a:lnTo>
                  <a:close/>
                </a:path>
              </a:pathLst>
            </a:custGeom>
            <a:ln w="12700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584575" y="8653271"/>
              <a:ext cx="102235" cy="1132840"/>
            </a:xfrm>
            <a:custGeom>
              <a:avLst/>
              <a:gdLst/>
              <a:ahLst/>
              <a:cxnLst/>
              <a:rect l="l" t="t" r="r" b="b"/>
              <a:pathLst>
                <a:path w="102235" h="1132840">
                  <a:moveTo>
                    <a:pt x="76200" y="285115"/>
                  </a:moveTo>
                  <a:lnTo>
                    <a:pt x="47625" y="285115"/>
                  </a:lnTo>
                  <a:lnTo>
                    <a:pt x="47625" y="0"/>
                  </a:lnTo>
                  <a:lnTo>
                    <a:pt x="28575" y="0"/>
                  </a:lnTo>
                  <a:lnTo>
                    <a:pt x="28575" y="285115"/>
                  </a:lnTo>
                  <a:lnTo>
                    <a:pt x="0" y="285115"/>
                  </a:lnTo>
                  <a:lnTo>
                    <a:pt x="38100" y="361315"/>
                  </a:lnTo>
                  <a:lnTo>
                    <a:pt x="76200" y="285115"/>
                  </a:lnTo>
                  <a:close/>
                </a:path>
                <a:path w="102235" h="1132840">
                  <a:moveTo>
                    <a:pt x="102235" y="1056563"/>
                  </a:moveTo>
                  <a:lnTo>
                    <a:pt x="73660" y="1056563"/>
                  </a:lnTo>
                  <a:lnTo>
                    <a:pt x="73660" y="771448"/>
                  </a:lnTo>
                  <a:lnTo>
                    <a:pt x="54610" y="771448"/>
                  </a:lnTo>
                  <a:lnTo>
                    <a:pt x="54610" y="1056563"/>
                  </a:lnTo>
                  <a:lnTo>
                    <a:pt x="26035" y="1056563"/>
                  </a:lnTo>
                  <a:lnTo>
                    <a:pt x="64135" y="1132763"/>
                  </a:lnTo>
                  <a:lnTo>
                    <a:pt x="102235" y="10565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324224" y="9542208"/>
              <a:ext cx="654050" cy="654685"/>
            </a:xfrm>
            <a:custGeom>
              <a:avLst/>
              <a:gdLst/>
              <a:ahLst/>
              <a:cxnLst/>
              <a:rect l="l" t="t" r="r" b="b"/>
              <a:pathLst>
                <a:path w="654050" h="654684">
                  <a:moveTo>
                    <a:pt x="327025" y="0"/>
                  </a:moveTo>
                  <a:lnTo>
                    <a:pt x="278764" y="3543"/>
                  </a:lnTo>
                  <a:lnTo>
                    <a:pt x="232537" y="13855"/>
                  </a:lnTo>
                  <a:lnTo>
                    <a:pt x="189102" y="30416"/>
                  </a:lnTo>
                  <a:lnTo>
                    <a:pt x="148971" y="52730"/>
                  </a:lnTo>
                  <a:lnTo>
                    <a:pt x="112522" y="80289"/>
                  </a:lnTo>
                  <a:lnTo>
                    <a:pt x="80263" y="112572"/>
                  </a:lnTo>
                  <a:lnTo>
                    <a:pt x="52704" y="149098"/>
                  </a:lnTo>
                  <a:lnTo>
                    <a:pt x="30352" y="189331"/>
                  </a:lnTo>
                  <a:lnTo>
                    <a:pt x="13842" y="232791"/>
                  </a:lnTo>
                  <a:lnTo>
                    <a:pt x="3555" y="278968"/>
                  </a:lnTo>
                  <a:lnTo>
                    <a:pt x="0" y="327342"/>
                  </a:lnTo>
                  <a:lnTo>
                    <a:pt x="3555" y="375716"/>
                  </a:lnTo>
                  <a:lnTo>
                    <a:pt x="13842" y="421881"/>
                  </a:lnTo>
                  <a:lnTo>
                    <a:pt x="30352" y="465340"/>
                  </a:lnTo>
                  <a:lnTo>
                    <a:pt x="52704" y="505587"/>
                  </a:lnTo>
                  <a:lnTo>
                    <a:pt x="80263" y="542099"/>
                  </a:lnTo>
                  <a:lnTo>
                    <a:pt x="112522" y="574395"/>
                  </a:lnTo>
                  <a:lnTo>
                    <a:pt x="148971" y="601941"/>
                  </a:lnTo>
                  <a:lnTo>
                    <a:pt x="189102" y="624255"/>
                  </a:lnTo>
                  <a:lnTo>
                    <a:pt x="232537" y="640816"/>
                  </a:lnTo>
                  <a:lnTo>
                    <a:pt x="278764" y="651129"/>
                  </a:lnTo>
                  <a:lnTo>
                    <a:pt x="327025" y="654685"/>
                  </a:lnTo>
                  <a:lnTo>
                    <a:pt x="375285" y="651129"/>
                  </a:lnTo>
                  <a:lnTo>
                    <a:pt x="421513" y="640816"/>
                  </a:lnTo>
                  <a:lnTo>
                    <a:pt x="464820" y="624255"/>
                  </a:lnTo>
                  <a:lnTo>
                    <a:pt x="505078" y="601941"/>
                  </a:lnTo>
                  <a:lnTo>
                    <a:pt x="541527" y="574395"/>
                  </a:lnTo>
                  <a:lnTo>
                    <a:pt x="573786" y="542099"/>
                  </a:lnTo>
                  <a:lnTo>
                    <a:pt x="601345" y="505587"/>
                  </a:lnTo>
                  <a:lnTo>
                    <a:pt x="623697" y="465340"/>
                  </a:lnTo>
                  <a:lnTo>
                    <a:pt x="640207" y="421881"/>
                  </a:lnTo>
                  <a:lnTo>
                    <a:pt x="650494" y="375716"/>
                  </a:lnTo>
                  <a:lnTo>
                    <a:pt x="654050" y="327342"/>
                  </a:lnTo>
                  <a:lnTo>
                    <a:pt x="650494" y="278968"/>
                  </a:lnTo>
                  <a:lnTo>
                    <a:pt x="640207" y="232791"/>
                  </a:lnTo>
                  <a:lnTo>
                    <a:pt x="623697" y="189331"/>
                  </a:lnTo>
                  <a:lnTo>
                    <a:pt x="601345" y="149098"/>
                  </a:lnTo>
                  <a:lnTo>
                    <a:pt x="573786" y="112572"/>
                  </a:lnTo>
                  <a:lnTo>
                    <a:pt x="541527" y="80289"/>
                  </a:lnTo>
                  <a:lnTo>
                    <a:pt x="505078" y="52730"/>
                  </a:lnTo>
                  <a:lnTo>
                    <a:pt x="464820" y="30416"/>
                  </a:lnTo>
                  <a:lnTo>
                    <a:pt x="421513" y="13855"/>
                  </a:lnTo>
                  <a:lnTo>
                    <a:pt x="375285" y="3543"/>
                  </a:lnTo>
                  <a:lnTo>
                    <a:pt x="327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324224" y="9542208"/>
              <a:ext cx="654050" cy="654685"/>
            </a:xfrm>
            <a:custGeom>
              <a:avLst/>
              <a:gdLst/>
              <a:ahLst/>
              <a:cxnLst/>
              <a:rect l="l" t="t" r="r" b="b"/>
              <a:pathLst>
                <a:path w="654050" h="654684">
                  <a:moveTo>
                    <a:pt x="0" y="327342"/>
                  </a:moveTo>
                  <a:lnTo>
                    <a:pt x="3555" y="278968"/>
                  </a:lnTo>
                  <a:lnTo>
                    <a:pt x="13842" y="232791"/>
                  </a:lnTo>
                  <a:lnTo>
                    <a:pt x="30352" y="189331"/>
                  </a:lnTo>
                  <a:lnTo>
                    <a:pt x="52704" y="149098"/>
                  </a:lnTo>
                  <a:lnTo>
                    <a:pt x="80263" y="112572"/>
                  </a:lnTo>
                  <a:lnTo>
                    <a:pt x="112522" y="80289"/>
                  </a:lnTo>
                  <a:lnTo>
                    <a:pt x="148971" y="52730"/>
                  </a:lnTo>
                  <a:lnTo>
                    <a:pt x="189102" y="30416"/>
                  </a:lnTo>
                  <a:lnTo>
                    <a:pt x="232537" y="13855"/>
                  </a:lnTo>
                  <a:lnTo>
                    <a:pt x="278764" y="3543"/>
                  </a:lnTo>
                  <a:lnTo>
                    <a:pt x="327025" y="0"/>
                  </a:lnTo>
                  <a:lnTo>
                    <a:pt x="375285" y="3543"/>
                  </a:lnTo>
                  <a:lnTo>
                    <a:pt x="421513" y="13855"/>
                  </a:lnTo>
                  <a:lnTo>
                    <a:pt x="464820" y="30416"/>
                  </a:lnTo>
                  <a:lnTo>
                    <a:pt x="505078" y="52730"/>
                  </a:lnTo>
                  <a:lnTo>
                    <a:pt x="541527" y="80289"/>
                  </a:lnTo>
                  <a:lnTo>
                    <a:pt x="573786" y="112572"/>
                  </a:lnTo>
                  <a:lnTo>
                    <a:pt x="601345" y="149098"/>
                  </a:lnTo>
                  <a:lnTo>
                    <a:pt x="623697" y="189331"/>
                  </a:lnTo>
                  <a:lnTo>
                    <a:pt x="640207" y="232791"/>
                  </a:lnTo>
                  <a:lnTo>
                    <a:pt x="650494" y="278968"/>
                  </a:lnTo>
                  <a:lnTo>
                    <a:pt x="654050" y="327342"/>
                  </a:lnTo>
                  <a:lnTo>
                    <a:pt x="650494" y="375716"/>
                  </a:lnTo>
                  <a:lnTo>
                    <a:pt x="640207" y="421881"/>
                  </a:lnTo>
                  <a:lnTo>
                    <a:pt x="623697" y="465340"/>
                  </a:lnTo>
                  <a:lnTo>
                    <a:pt x="601345" y="505587"/>
                  </a:lnTo>
                  <a:lnTo>
                    <a:pt x="573786" y="542099"/>
                  </a:lnTo>
                  <a:lnTo>
                    <a:pt x="541527" y="574395"/>
                  </a:lnTo>
                  <a:lnTo>
                    <a:pt x="505078" y="601941"/>
                  </a:lnTo>
                  <a:lnTo>
                    <a:pt x="464820" y="624255"/>
                  </a:lnTo>
                  <a:lnTo>
                    <a:pt x="421513" y="640816"/>
                  </a:lnTo>
                  <a:lnTo>
                    <a:pt x="375285" y="651129"/>
                  </a:lnTo>
                  <a:lnTo>
                    <a:pt x="327025" y="654685"/>
                  </a:lnTo>
                  <a:lnTo>
                    <a:pt x="278764" y="651129"/>
                  </a:lnTo>
                  <a:lnTo>
                    <a:pt x="232537" y="640816"/>
                  </a:lnTo>
                  <a:lnTo>
                    <a:pt x="189102" y="624255"/>
                  </a:lnTo>
                  <a:lnTo>
                    <a:pt x="148971" y="601941"/>
                  </a:lnTo>
                  <a:lnTo>
                    <a:pt x="112522" y="574395"/>
                  </a:lnTo>
                  <a:lnTo>
                    <a:pt x="80263" y="542099"/>
                  </a:lnTo>
                  <a:lnTo>
                    <a:pt x="52704" y="505587"/>
                  </a:lnTo>
                  <a:lnTo>
                    <a:pt x="30352" y="465340"/>
                  </a:lnTo>
                  <a:lnTo>
                    <a:pt x="13842" y="421881"/>
                  </a:lnTo>
                  <a:lnTo>
                    <a:pt x="3555" y="375716"/>
                  </a:lnTo>
                  <a:lnTo>
                    <a:pt x="0" y="327342"/>
                  </a:lnTo>
                  <a:close/>
                </a:path>
              </a:pathLst>
            </a:custGeom>
            <a:ln w="12700">
              <a:solidFill>
                <a:srgbClr val="EB7B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408679" y="9626028"/>
              <a:ext cx="473075" cy="473709"/>
            </a:xfrm>
            <a:custGeom>
              <a:avLst/>
              <a:gdLst/>
              <a:ahLst/>
              <a:cxnLst/>
              <a:rect l="l" t="t" r="r" b="b"/>
              <a:pathLst>
                <a:path w="473075" h="473709">
                  <a:moveTo>
                    <a:pt x="236474" y="0"/>
                  </a:moveTo>
                  <a:lnTo>
                    <a:pt x="188849" y="4813"/>
                  </a:lnTo>
                  <a:lnTo>
                    <a:pt x="144399" y="18605"/>
                  </a:lnTo>
                  <a:lnTo>
                    <a:pt x="104267" y="40449"/>
                  </a:lnTo>
                  <a:lnTo>
                    <a:pt x="69215" y="69367"/>
                  </a:lnTo>
                  <a:lnTo>
                    <a:pt x="40386" y="104419"/>
                  </a:lnTo>
                  <a:lnTo>
                    <a:pt x="18542" y="144653"/>
                  </a:lnTo>
                  <a:lnTo>
                    <a:pt x="4825" y="189115"/>
                  </a:lnTo>
                  <a:lnTo>
                    <a:pt x="0" y="236855"/>
                  </a:lnTo>
                  <a:lnTo>
                    <a:pt x="4825" y="284581"/>
                  </a:lnTo>
                  <a:lnTo>
                    <a:pt x="18542" y="329044"/>
                  </a:lnTo>
                  <a:lnTo>
                    <a:pt x="40386" y="369277"/>
                  </a:lnTo>
                  <a:lnTo>
                    <a:pt x="69215" y="404329"/>
                  </a:lnTo>
                  <a:lnTo>
                    <a:pt x="104267" y="433260"/>
                  </a:lnTo>
                  <a:lnTo>
                    <a:pt x="144399" y="455091"/>
                  </a:lnTo>
                  <a:lnTo>
                    <a:pt x="188849" y="468896"/>
                  </a:lnTo>
                  <a:lnTo>
                    <a:pt x="236474" y="473710"/>
                  </a:lnTo>
                  <a:lnTo>
                    <a:pt x="284099" y="468896"/>
                  </a:lnTo>
                  <a:lnTo>
                    <a:pt x="328549" y="455091"/>
                  </a:lnTo>
                  <a:lnTo>
                    <a:pt x="368808" y="433260"/>
                  </a:lnTo>
                  <a:lnTo>
                    <a:pt x="403733" y="404329"/>
                  </a:lnTo>
                  <a:lnTo>
                    <a:pt x="432689" y="369277"/>
                  </a:lnTo>
                  <a:lnTo>
                    <a:pt x="454533" y="329044"/>
                  </a:lnTo>
                  <a:lnTo>
                    <a:pt x="468249" y="284581"/>
                  </a:lnTo>
                  <a:lnTo>
                    <a:pt x="473075" y="236855"/>
                  </a:lnTo>
                  <a:lnTo>
                    <a:pt x="468249" y="189115"/>
                  </a:lnTo>
                  <a:lnTo>
                    <a:pt x="454533" y="144653"/>
                  </a:lnTo>
                  <a:lnTo>
                    <a:pt x="432689" y="104419"/>
                  </a:lnTo>
                  <a:lnTo>
                    <a:pt x="403733" y="69367"/>
                  </a:lnTo>
                  <a:lnTo>
                    <a:pt x="368808" y="40449"/>
                  </a:lnTo>
                  <a:lnTo>
                    <a:pt x="328549" y="18605"/>
                  </a:lnTo>
                  <a:lnTo>
                    <a:pt x="284099" y="4813"/>
                  </a:lnTo>
                  <a:lnTo>
                    <a:pt x="23647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408679" y="9626028"/>
              <a:ext cx="473075" cy="473709"/>
            </a:xfrm>
            <a:custGeom>
              <a:avLst/>
              <a:gdLst/>
              <a:ahLst/>
              <a:cxnLst/>
              <a:rect l="l" t="t" r="r" b="b"/>
              <a:pathLst>
                <a:path w="473075" h="473709">
                  <a:moveTo>
                    <a:pt x="0" y="236855"/>
                  </a:moveTo>
                  <a:lnTo>
                    <a:pt x="4825" y="189115"/>
                  </a:lnTo>
                  <a:lnTo>
                    <a:pt x="18542" y="144653"/>
                  </a:lnTo>
                  <a:lnTo>
                    <a:pt x="40386" y="104419"/>
                  </a:lnTo>
                  <a:lnTo>
                    <a:pt x="69215" y="69367"/>
                  </a:lnTo>
                  <a:lnTo>
                    <a:pt x="104267" y="40449"/>
                  </a:lnTo>
                  <a:lnTo>
                    <a:pt x="144399" y="18605"/>
                  </a:lnTo>
                  <a:lnTo>
                    <a:pt x="188849" y="4813"/>
                  </a:lnTo>
                  <a:lnTo>
                    <a:pt x="236474" y="0"/>
                  </a:lnTo>
                  <a:lnTo>
                    <a:pt x="284099" y="4813"/>
                  </a:lnTo>
                  <a:lnTo>
                    <a:pt x="328549" y="18605"/>
                  </a:lnTo>
                  <a:lnTo>
                    <a:pt x="368808" y="40449"/>
                  </a:lnTo>
                  <a:lnTo>
                    <a:pt x="403733" y="69367"/>
                  </a:lnTo>
                  <a:lnTo>
                    <a:pt x="432689" y="104419"/>
                  </a:lnTo>
                  <a:lnTo>
                    <a:pt x="454533" y="144653"/>
                  </a:lnTo>
                  <a:lnTo>
                    <a:pt x="468249" y="189115"/>
                  </a:lnTo>
                  <a:lnTo>
                    <a:pt x="473075" y="236855"/>
                  </a:lnTo>
                  <a:lnTo>
                    <a:pt x="468249" y="284581"/>
                  </a:lnTo>
                  <a:lnTo>
                    <a:pt x="454533" y="329044"/>
                  </a:lnTo>
                  <a:lnTo>
                    <a:pt x="432689" y="369277"/>
                  </a:lnTo>
                  <a:lnTo>
                    <a:pt x="403733" y="404329"/>
                  </a:lnTo>
                  <a:lnTo>
                    <a:pt x="368808" y="433260"/>
                  </a:lnTo>
                  <a:lnTo>
                    <a:pt x="328549" y="455091"/>
                  </a:lnTo>
                  <a:lnTo>
                    <a:pt x="284099" y="468896"/>
                  </a:lnTo>
                  <a:lnTo>
                    <a:pt x="236474" y="473710"/>
                  </a:lnTo>
                  <a:lnTo>
                    <a:pt x="188849" y="468896"/>
                  </a:lnTo>
                  <a:lnTo>
                    <a:pt x="144399" y="455091"/>
                  </a:lnTo>
                  <a:lnTo>
                    <a:pt x="104267" y="433260"/>
                  </a:lnTo>
                  <a:lnTo>
                    <a:pt x="69215" y="404329"/>
                  </a:lnTo>
                  <a:lnTo>
                    <a:pt x="40386" y="369277"/>
                  </a:lnTo>
                  <a:lnTo>
                    <a:pt x="18542" y="329044"/>
                  </a:lnTo>
                  <a:lnTo>
                    <a:pt x="4825" y="284581"/>
                  </a:lnTo>
                  <a:lnTo>
                    <a:pt x="0" y="23685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304800" y="10161523"/>
            <a:ext cx="226060" cy="224790"/>
            <a:chOff x="304800" y="10161523"/>
            <a:chExt cx="226060" cy="224790"/>
          </a:xfrm>
        </p:grpSpPr>
        <p:sp>
          <p:nvSpPr>
            <p:cNvPr id="18" name="object 18" descr=""/>
            <p:cNvSpPr/>
            <p:nvPr/>
          </p:nvSpPr>
          <p:spPr>
            <a:xfrm>
              <a:off x="344728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129540"/>
                  </a:moveTo>
                  <a:lnTo>
                    <a:pt x="56388" y="129540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623" y="185420"/>
                  </a:lnTo>
                  <a:lnTo>
                    <a:pt x="185623" y="12954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04800" y="10161523"/>
              <a:ext cx="226060" cy="224790"/>
            </a:xfrm>
            <a:custGeom>
              <a:avLst/>
              <a:gdLst/>
              <a:ahLst/>
              <a:cxnLst/>
              <a:rect l="l" t="t" r="r" b="b"/>
              <a:pathLst>
                <a:path w="226059" h="224790">
                  <a:moveTo>
                    <a:pt x="135940" y="29210"/>
                  </a:moveTo>
                  <a:lnTo>
                    <a:pt x="6705" y="29210"/>
                  </a:lnTo>
                  <a:lnTo>
                    <a:pt x="6705" y="0"/>
                  </a:lnTo>
                  <a:lnTo>
                    <a:pt x="0" y="0"/>
                  </a:lnTo>
                  <a:lnTo>
                    <a:pt x="0" y="29210"/>
                  </a:lnTo>
                  <a:lnTo>
                    <a:pt x="0" y="36830"/>
                  </a:lnTo>
                  <a:lnTo>
                    <a:pt x="135940" y="36830"/>
                  </a:lnTo>
                  <a:lnTo>
                    <a:pt x="135940" y="29210"/>
                  </a:lnTo>
                  <a:close/>
                </a:path>
                <a:path w="226059" h="224790">
                  <a:moveTo>
                    <a:pt x="225552" y="218440"/>
                  </a:moveTo>
                  <a:lnTo>
                    <a:pt x="185623" y="218440"/>
                  </a:lnTo>
                  <a:lnTo>
                    <a:pt x="185623" y="86360"/>
                  </a:lnTo>
                  <a:lnTo>
                    <a:pt x="185623" y="78740"/>
                  </a:lnTo>
                  <a:lnTo>
                    <a:pt x="146608" y="78740"/>
                  </a:lnTo>
                  <a:lnTo>
                    <a:pt x="146608" y="29210"/>
                  </a:lnTo>
                  <a:lnTo>
                    <a:pt x="139293" y="29210"/>
                  </a:lnTo>
                  <a:lnTo>
                    <a:pt x="139293" y="78740"/>
                  </a:lnTo>
                  <a:lnTo>
                    <a:pt x="0" y="78740"/>
                  </a:lnTo>
                  <a:lnTo>
                    <a:pt x="0" y="8636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135940" y="224790"/>
                  </a:lnTo>
                  <a:lnTo>
                    <a:pt x="135940" y="218440"/>
                  </a:lnTo>
                  <a:lnTo>
                    <a:pt x="6705" y="218440"/>
                  </a:lnTo>
                  <a:lnTo>
                    <a:pt x="6705" y="86360"/>
                  </a:lnTo>
                  <a:lnTo>
                    <a:pt x="139293" y="86360"/>
                  </a:lnTo>
                  <a:lnTo>
                    <a:pt x="139293" y="218440"/>
                  </a:lnTo>
                  <a:lnTo>
                    <a:pt x="139293" y="224790"/>
                  </a:lnTo>
                  <a:lnTo>
                    <a:pt x="146608" y="224790"/>
                  </a:lnTo>
                  <a:lnTo>
                    <a:pt x="146608" y="218440"/>
                  </a:lnTo>
                  <a:lnTo>
                    <a:pt x="146608" y="86360"/>
                  </a:lnTo>
                  <a:lnTo>
                    <a:pt x="179222" y="86360"/>
                  </a:lnTo>
                  <a:lnTo>
                    <a:pt x="179222" y="218440"/>
                  </a:lnTo>
                  <a:lnTo>
                    <a:pt x="179222" y="224790"/>
                  </a:lnTo>
                  <a:lnTo>
                    <a:pt x="225552" y="224790"/>
                  </a:lnTo>
                  <a:lnTo>
                    <a:pt x="225552" y="2184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304800" y="303783"/>
            <a:ext cx="226060" cy="226060"/>
            <a:chOff x="304800" y="303783"/>
            <a:chExt cx="226060" cy="226060"/>
          </a:xfrm>
        </p:grpSpPr>
        <p:sp>
          <p:nvSpPr>
            <p:cNvPr id="21" name="object 21" descr=""/>
            <p:cNvSpPr/>
            <p:nvPr/>
          </p:nvSpPr>
          <p:spPr>
            <a:xfrm>
              <a:off x="344728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0" y="185420"/>
                  </a:lnTo>
                  <a:lnTo>
                    <a:pt x="56388" y="185420"/>
                  </a:lnTo>
                  <a:lnTo>
                    <a:pt x="56388" y="55880"/>
                  </a:lnTo>
                  <a:lnTo>
                    <a:pt x="185623" y="55880"/>
                  </a:lnTo>
                  <a:lnTo>
                    <a:pt x="18562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04800" y="303783"/>
              <a:ext cx="226060" cy="226060"/>
            </a:xfrm>
            <a:custGeom>
              <a:avLst/>
              <a:gdLst/>
              <a:ahLst/>
              <a:cxnLst/>
              <a:rect l="l" t="t" r="r" b="b"/>
              <a:pathLst>
                <a:path w="226059" h="226059">
                  <a:moveTo>
                    <a:pt x="195681" y="139700"/>
                  </a:moveTo>
                  <a:lnTo>
                    <a:pt x="146608" y="139700"/>
                  </a:lnTo>
                  <a:lnTo>
                    <a:pt x="146608" y="135890"/>
                  </a:lnTo>
                  <a:lnTo>
                    <a:pt x="146608" y="7620"/>
                  </a:lnTo>
                  <a:lnTo>
                    <a:pt x="146608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135890"/>
                  </a:lnTo>
                  <a:lnTo>
                    <a:pt x="6705" y="135890"/>
                  </a:lnTo>
                  <a:lnTo>
                    <a:pt x="6705" y="7620"/>
                  </a:lnTo>
                  <a:lnTo>
                    <a:pt x="139293" y="7620"/>
                  </a:lnTo>
                  <a:lnTo>
                    <a:pt x="139293" y="135890"/>
                  </a:lnTo>
                  <a:lnTo>
                    <a:pt x="139293" y="139700"/>
                  </a:lnTo>
                  <a:lnTo>
                    <a:pt x="0" y="139700"/>
                  </a:lnTo>
                  <a:lnTo>
                    <a:pt x="0" y="147320"/>
                  </a:lnTo>
                  <a:lnTo>
                    <a:pt x="139293" y="147320"/>
                  </a:lnTo>
                  <a:lnTo>
                    <a:pt x="139293" y="179070"/>
                  </a:lnTo>
                  <a:lnTo>
                    <a:pt x="0" y="179070"/>
                  </a:lnTo>
                  <a:lnTo>
                    <a:pt x="0" y="186690"/>
                  </a:lnTo>
                  <a:lnTo>
                    <a:pt x="0" y="226060"/>
                  </a:lnTo>
                  <a:lnTo>
                    <a:pt x="6705" y="226060"/>
                  </a:lnTo>
                  <a:lnTo>
                    <a:pt x="6705" y="186690"/>
                  </a:lnTo>
                  <a:lnTo>
                    <a:pt x="146608" y="186690"/>
                  </a:lnTo>
                  <a:lnTo>
                    <a:pt x="146608" y="179070"/>
                  </a:lnTo>
                  <a:lnTo>
                    <a:pt x="146608" y="147320"/>
                  </a:lnTo>
                  <a:lnTo>
                    <a:pt x="195681" y="147320"/>
                  </a:lnTo>
                  <a:lnTo>
                    <a:pt x="195681" y="139700"/>
                  </a:lnTo>
                  <a:close/>
                </a:path>
                <a:path w="226059" h="226059">
                  <a:moveTo>
                    <a:pt x="225552" y="0"/>
                  </a:moveTo>
                  <a:lnTo>
                    <a:pt x="188976" y="0"/>
                  </a:lnTo>
                  <a:lnTo>
                    <a:pt x="188976" y="7620"/>
                  </a:lnTo>
                  <a:lnTo>
                    <a:pt x="188976" y="135890"/>
                  </a:lnTo>
                  <a:lnTo>
                    <a:pt x="195681" y="135890"/>
                  </a:lnTo>
                  <a:lnTo>
                    <a:pt x="195681" y="7620"/>
                  </a:lnTo>
                  <a:lnTo>
                    <a:pt x="225552" y="7620"/>
                  </a:lnTo>
                  <a:lnTo>
                    <a:pt x="2255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533704" y="10161447"/>
            <a:ext cx="6491605" cy="225425"/>
            <a:chOff x="533704" y="10161447"/>
            <a:chExt cx="6491605" cy="225425"/>
          </a:xfrm>
        </p:grpSpPr>
        <p:sp>
          <p:nvSpPr>
            <p:cNvPr id="24" name="object 24" descr=""/>
            <p:cNvSpPr/>
            <p:nvPr/>
          </p:nvSpPr>
          <p:spPr>
            <a:xfrm>
              <a:off x="53370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3370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6535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6535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99700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9700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22895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22895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460626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460626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69227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69227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92392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92392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15582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15582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38747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38747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61912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61912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851149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851149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082798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082798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314445" y="10161447"/>
              <a:ext cx="229235" cy="129539"/>
            </a:xfrm>
            <a:custGeom>
              <a:avLst/>
              <a:gdLst/>
              <a:ahLst/>
              <a:cxnLst/>
              <a:rect l="l" t="t" r="r" b="b"/>
              <a:pathLst>
                <a:path w="229235" h="129540">
                  <a:moveTo>
                    <a:pt x="229209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9209" y="129235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31444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31444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546093" y="10161447"/>
              <a:ext cx="229235" cy="129539"/>
            </a:xfrm>
            <a:custGeom>
              <a:avLst/>
              <a:gdLst/>
              <a:ahLst/>
              <a:cxnLst/>
              <a:rect l="l" t="t" r="r" b="b"/>
              <a:pathLst>
                <a:path w="229235" h="129540">
                  <a:moveTo>
                    <a:pt x="229209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9209" y="129235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54609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54609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777995" y="10161447"/>
              <a:ext cx="229235" cy="129539"/>
            </a:xfrm>
            <a:custGeom>
              <a:avLst/>
              <a:gdLst/>
              <a:ahLst/>
              <a:cxnLst/>
              <a:rect l="l" t="t" r="r" b="b"/>
              <a:pathLst>
                <a:path w="229235" h="129540">
                  <a:moveTo>
                    <a:pt x="228904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8904" y="129235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377799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77799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00964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00964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24129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24129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47319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47319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70484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470484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4936489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4936489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5168137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5168137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400167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5400167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563181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563181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586346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586346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609536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609536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632701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632701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6558661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6558661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6793737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6793737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3" name="object 83" descr=""/>
          <p:cNvGrpSpPr/>
          <p:nvPr/>
        </p:nvGrpSpPr>
        <p:grpSpPr>
          <a:xfrm>
            <a:off x="533704" y="304190"/>
            <a:ext cx="6491605" cy="96520"/>
            <a:chOff x="533704" y="304190"/>
            <a:chExt cx="6491605" cy="96520"/>
          </a:xfrm>
        </p:grpSpPr>
        <p:sp>
          <p:nvSpPr>
            <p:cNvPr id="84" name="object 84" descr=""/>
            <p:cNvSpPr/>
            <p:nvPr/>
          </p:nvSpPr>
          <p:spPr>
            <a:xfrm>
              <a:off x="53370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53370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76535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76535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99700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99700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22895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22895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460626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460626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69227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69227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92392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92392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215582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215582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238747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238747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261912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261912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2851149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2851149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3082798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3082798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331444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331444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354609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354609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377799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377799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400964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400964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424129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424129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447319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447319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470484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470484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4936489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4936489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5168137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5168137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5400167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5400167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563181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563181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586346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586346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609536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609536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632701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632701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6558661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6558661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6793737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6793737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0" name="object 140" descr=""/>
          <p:cNvGrpSpPr/>
          <p:nvPr/>
        </p:nvGrpSpPr>
        <p:grpSpPr>
          <a:xfrm>
            <a:off x="7028433" y="10161523"/>
            <a:ext cx="225425" cy="224790"/>
            <a:chOff x="7028433" y="10161523"/>
            <a:chExt cx="225425" cy="224790"/>
          </a:xfrm>
        </p:grpSpPr>
        <p:sp>
          <p:nvSpPr>
            <p:cNvPr id="141" name="object 141" descr=""/>
            <p:cNvSpPr/>
            <p:nvPr/>
          </p:nvSpPr>
          <p:spPr>
            <a:xfrm>
              <a:off x="7028434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10" y="0"/>
                  </a:moveTo>
                  <a:lnTo>
                    <a:pt x="129159" y="0"/>
                  </a:lnTo>
                  <a:lnTo>
                    <a:pt x="129159" y="12954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597" y="185420"/>
                  </a:lnTo>
                  <a:lnTo>
                    <a:pt x="185597" y="129540"/>
                  </a:lnTo>
                  <a:lnTo>
                    <a:pt x="18561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7028434" y="10161523"/>
              <a:ext cx="225425" cy="224790"/>
            </a:xfrm>
            <a:custGeom>
              <a:avLst/>
              <a:gdLst/>
              <a:ahLst/>
              <a:cxnLst/>
              <a:rect l="l" t="t" r="r" b="b"/>
              <a:pathLst>
                <a:path w="225425" h="224790">
                  <a:moveTo>
                    <a:pt x="36258" y="218440"/>
                  </a:moveTo>
                  <a:lnTo>
                    <a:pt x="36245" y="88900"/>
                  </a:lnTo>
                  <a:lnTo>
                    <a:pt x="29845" y="88900"/>
                  </a:lnTo>
                  <a:lnTo>
                    <a:pt x="29845" y="21844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36258" y="224790"/>
                  </a:lnTo>
                  <a:lnTo>
                    <a:pt x="36258" y="218440"/>
                  </a:lnTo>
                  <a:close/>
                </a:path>
                <a:path w="225425" h="224790">
                  <a:moveTo>
                    <a:pt x="225171" y="0"/>
                  </a:moveTo>
                  <a:lnTo>
                    <a:pt x="218821" y="0"/>
                  </a:lnTo>
                  <a:lnTo>
                    <a:pt x="218821" y="39370"/>
                  </a:lnTo>
                  <a:lnTo>
                    <a:pt x="79502" y="39370"/>
                  </a:lnTo>
                  <a:lnTo>
                    <a:pt x="79502" y="45720"/>
                  </a:lnTo>
                  <a:lnTo>
                    <a:pt x="79502" y="78740"/>
                  </a:lnTo>
                  <a:lnTo>
                    <a:pt x="29845" y="78740"/>
                  </a:lnTo>
                  <a:lnTo>
                    <a:pt x="29845" y="86360"/>
                  </a:lnTo>
                  <a:lnTo>
                    <a:pt x="79502" y="86360"/>
                  </a:lnTo>
                  <a:lnTo>
                    <a:pt x="79502" y="88900"/>
                  </a:lnTo>
                  <a:lnTo>
                    <a:pt x="79502" y="218440"/>
                  </a:lnTo>
                  <a:lnTo>
                    <a:pt x="79502" y="224790"/>
                  </a:lnTo>
                  <a:lnTo>
                    <a:pt x="225171" y="224790"/>
                  </a:lnTo>
                  <a:lnTo>
                    <a:pt x="225171" y="218440"/>
                  </a:lnTo>
                  <a:lnTo>
                    <a:pt x="225171" y="88900"/>
                  </a:lnTo>
                  <a:lnTo>
                    <a:pt x="218821" y="88900"/>
                  </a:lnTo>
                  <a:lnTo>
                    <a:pt x="218821" y="218440"/>
                  </a:lnTo>
                  <a:lnTo>
                    <a:pt x="86741" y="218440"/>
                  </a:lnTo>
                  <a:lnTo>
                    <a:pt x="86741" y="88900"/>
                  </a:lnTo>
                  <a:lnTo>
                    <a:pt x="86741" y="86360"/>
                  </a:lnTo>
                  <a:lnTo>
                    <a:pt x="225171" y="86360"/>
                  </a:lnTo>
                  <a:lnTo>
                    <a:pt x="225171" y="78740"/>
                  </a:lnTo>
                  <a:lnTo>
                    <a:pt x="86741" y="78740"/>
                  </a:lnTo>
                  <a:lnTo>
                    <a:pt x="86741" y="45720"/>
                  </a:lnTo>
                  <a:lnTo>
                    <a:pt x="225171" y="45720"/>
                  </a:lnTo>
                  <a:lnTo>
                    <a:pt x="225171" y="3937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3" name="object 143" descr=""/>
          <p:cNvGrpSpPr/>
          <p:nvPr/>
        </p:nvGrpSpPr>
        <p:grpSpPr>
          <a:xfrm>
            <a:off x="7028433" y="303783"/>
            <a:ext cx="225425" cy="9855200"/>
            <a:chOff x="7028433" y="303783"/>
            <a:chExt cx="225425" cy="9855200"/>
          </a:xfrm>
        </p:grpSpPr>
        <p:sp>
          <p:nvSpPr>
            <p:cNvPr id="144" name="object 144" descr=""/>
            <p:cNvSpPr/>
            <p:nvPr/>
          </p:nvSpPr>
          <p:spPr>
            <a:xfrm>
              <a:off x="7028434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48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129159" y="55880"/>
                  </a:lnTo>
                  <a:lnTo>
                    <a:pt x="129159" y="185420"/>
                  </a:lnTo>
                  <a:lnTo>
                    <a:pt x="185585" y="185420"/>
                  </a:lnTo>
                  <a:lnTo>
                    <a:pt x="185585" y="55880"/>
                  </a:lnTo>
                  <a:lnTo>
                    <a:pt x="18564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7028434" y="303783"/>
              <a:ext cx="225425" cy="226060"/>
            </a:xfrm>
            <a:custGeom>
              <a:avLst/>
              <a:gdLst/>
              <a:ahLst/>
              <a:cxnLst/>
              <a:rect l="l" t="t" r="r" b="b"/>
              <a:pathLst>
                <a:path w="225425" h="226059">
                  <a:moveTo>
                    <a:pt x="225171" y="189230"/>
                  </a:moveTo>
                  <a:lnTo>
                    <a:pt x="89281" y="189230"/>
                  </a:lnTo>
                  <a:lnTo>
                    <a:pt x="89281" y="195580"/>
                  </a:lnTo>
                  <a:lnTo>
                    <a:pt x="218821" y="195580"/>
                  </a:lnTo>
                  <a:lnTo>
                    <a:pt x="218821" y="226060"/>
                  </a:lnTo>
                  <a:lnTo>
                    <a:pt x="225171" y="226060"/>
                  </a:lnTo>
                  <a:lnTo>
                    <a:pt x="225171" y="195580"/>
                  </a:lnTo>
                  <a:lnTo>
                    <a:pt x="225171" y="189230"/>
                  </a:lnTo>
                  <a:close/>
                </a:path>
                <a:path w="225425" h="226059">
                  <a:moveTo>
                    <a:pt x="225234" y="7620"/>
                  </a:moveTo>
                  <a:lnTo>
                    <a:pt x="225171" y="0"/>
                  </a:lnTo>
                  <a:lnTo>
                    <a:pt x="89281" y="0"/>
                  </a:lnTo>
                  <a:lnTo>
                    <a:pt x="89281" y="7620"/>
                  </a:lnTo>
                  <a:lnTo>
                    <a:pt x="218821" y="7620"/>
                  </a:lnTo>
                  <a:lnTo>
                    <a:pt x="218821" y="139700"/>
                  </a:lnTo>
                  <a:lnTo>
                    <a:pt x="86741" y="139700"/>
                  </a:lnTo>
                  <a:lnTo>
                    <a:pt x="86741" y="7620"/>
                  </a:lnTo>
                  <a:lnTo>
                    <a:pt x="86741" y="0"/>
                  </a:lnTo>
                  <a:lnTo>
                    <a:pt x="79502" y="0"/>
                  </a:lnTo>
                  <a:lnTo>
                    <a:pt x="79502" y="7620"/>
                  </a:lnTo>
                  <a:lnTo>
                    <a:pt x="79502" y="139700"/>
                  </a:lnTo>
                  <a:lnTo>
                    <a:pt x="46355" y="139700"/>
                  </a:lnTo>
                  <a:lnTo>
                    <a:pt x="46355" y="7620"/>
                  </a:lnTo>
                  <a:lnTo>
                    <a:pt x="46355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39624" y="7620"/>
                  </a:lnTo>
                  <a:lnTo>
                    <a:pt x="39624" y="139700"/>
                  </a:lnTo>
                  <a:lnTo>
                    <a:pt x="39624" y="147320"/>
                  </a:lnTo>
                  <a:lnTo>
                    <a:pt x="79502" y="147320"/>
                  </a:lnTo>
                  <a:lnTo>
                    <a:pt x="79502" y="195580"/>
                  </a:lnTo>
                  <a:lnTo>
                    <a:pt x="86741" y="195580"/>
                  </a:lnTo>
                  <a:lnTo>
                    <a:pt x="86741" y="147320"/>
                  </a:lnTo>
                  <a:lnTo>
                    <a:pt x="225221" y="147320"/>
                  </a:lnTo>
                  <a:lnTo>
                    <a:pt x="225221" y="139700"/>
                  </a:lnTo>
                  <a:lnTo>
                    <a:pt x="225234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7157592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7247254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7157592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7247254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7157592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7247254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7157592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7247254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7157592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7247254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7157592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7247254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7157592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7247254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7157592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7247254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7157592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7247254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7157592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7247254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7157592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7247254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7157592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7247254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7157592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7247254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7157592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7247254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7157592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7247254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7157592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7247254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7157592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7247254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7157592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7247254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7157592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7247254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7157592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7247254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7157592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7247254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7157592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7247254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7157592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7247254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7157592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7247254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7157592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7247254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7157592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7247254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7157592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7247254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7157592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7247254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7157592" y="7106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7247254" y="7106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7157592" y="734105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7247254" y="734105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7157592" y="757575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7247254" y="757575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7157592" y="7810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7247254" y="7810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7157592" y="8045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7247254" y="8045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7157592" y="8280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7247254" y="8280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7157592" y="85149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7247254" y="85149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7157592" y="874956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7247254" y="874956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7157592" y="898425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7247254" y="898425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7157592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7247254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7157592" y="945400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7247254" y="945400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7157592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7247254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7157592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5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7247254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4" h="235584">
                  <a:moveTo>
                    <a:pt x="6400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400" y="235305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8" name="object 228" descr=""/>
          <p:cNvGrpSpPr/>
          <p:nvPr/>
        </p:nvGrpSpPr>
        <p:grpSpPr>
          <a:xfrm>
            <a:off x="304800" y="533094"/>
            <a:ext cx="96520" cy="9625965"/>
            <a:chOff x="304800" y="533094"/>
            <a:chExt cx="96520" cy="9625965"/>
          </a:xfrm>
        </p:grpSpPr>
        <p:sp>
          <p:nvSpPr>
            <p:cNvPr id="229" name="object 229" descr=""/>
            <p:cNvSpPr/>
            <p:nvPr/>
          </p:nvSpPr>
          <p:spPr>
            <a:xfrm>
              <a:off x="344728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304800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344728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304800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344728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304800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344728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304800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344728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304800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344728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304800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344728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304800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344728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304800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344728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304800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344728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304800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344728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304800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344728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304800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344728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304800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344728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304800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344728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304800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344728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304800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344728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304800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344728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304800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344728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304800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344728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304800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344728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304800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344728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304800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344728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304800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344728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304800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344728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304800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344728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304800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344728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304800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344728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304800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344728" y="71063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304800" y="71063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344728" y="734105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304800" y="734105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344728" y="757575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304800" y="757575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344728" y="7810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304800" y="7810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344728" y="80455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304800" y="80455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344728" y="828022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304800" y="828022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344728" y="851491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304800" y="851491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344728" y="874956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304800" y="874956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344728" y="89842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304800" y="89842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344728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304800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344728" y="945400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304800" y="945400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344728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304800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344728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4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304800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5" h="235584">
                  <a:moveTo>
                    <a:pt x="6704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704" y="235305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1" name="object 311" descr=""/>
          <p:cNvSpPr txBox="1"/>
          <p:nvPr/>
        </p:nvSpPr>
        <p:spPr>
          <a:xfrm>
            <a:off x="1582038" y="822705"/>
            <a:ext cx="3371850" cy="8274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SzPct val="112500"/>
              <a:buFont typeface="Symbol"/>
              <a:buChar char=""/>
              <a:tabLst>
                <a:tab pos="240665" algn="l"/>
              </a:tabLst>
            </a:pP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ACTIVITY</a:t>
            </a:r>
            <a:r>
              <a:rPr dirty="0" u="sng" sz="1600" spc="-1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DIAGRAM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6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</a:pPr>
            <a:r>
              <a:rPr dirty="0" sz="1800" spc="-10" b="1">
                <a:latin typeface="Calibri"/>
                <a:cs typeface="Calibri"/>
              </a:rPr>
              <a:t>EMPLOYEE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2" name="object 312" descr=""/>
          <p:cNvSpPr txBox="1"/>
          <p:nvPr/>
        </p:nvSpPr>
        <p:spPr>
          <a:xfrm>
            <a:off x="3448303" y="2209927"/>
            <a:ext cx="355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Login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3" name="object 313" descr=""/>
          <p:cNvSpPr txBox="1"/>
          <p:nvPr/>
        </p:nvSpPr>
        <p:spPr>
          <a:xfrm>
            <a:off x="3420871" y="9106661"/>
            <a:ext cx="4699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LogOut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14" name="object 314" descr=""/>
          <p:cNvGrpSpPr/>
          <p:nvPr/>
        </p:nvGrpSpPr>
        <p:grpSpPr>
          <a:xfrm>
            <a:off x="530225" y="2568193"/>
            <a:ext cx="6498590" cy="1894205"/>
            <a:chOff x="530225" y="2568193"/>
            <a:chExt cx="6498590" cy="1894205"/>
          </a:xfrm>
        </p:grpSpPr>
        <p:sp>
          <p:nvSpPr>
            <p:cNvPr id="315" name="object 315" descr=""/>
            <p:cNvSpPr/>
            <p:nvPr/>
          </p:nvSpPr>
          <p:spPr>
            <a:xfrm>
              <a:off x="3032632" y="2908807"/>
              <a:ext cx="1188720" cy="782320"/>
            </a:xfrm>
            <a:custGeom>
              <a:avLst/>
              <a:gdLst/>
              <a:ahLst/>
              <a:cxnLst/>
              <a:rect l="l" t="t" r="r" b="b"/>
              <a:pathLst>
                <a:path w="1188720" h="782320">
                  <a:moveTo>
                    <a:pt x="594359" y="0"/>
                  </a:moveTo>
                  <a:lnTo>
                    <a:pt x="0" y="391159"/>
                  </a:lnTo>
                  <a:lnTo>
                    <a:pt x="594359" y="782320"/>
                  </a:lnTo>
                  <a:lnTo>
                    <a:pt x="1188720" y="391159"/>
                  </a:lnTo>
                  <a:lnTo>
                    <a:pt x="594359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3032632" y="2908807"/>
              <a:ext cx="1188720" cy="782320"/>
            </a:xfrm>
            <a:custGeom>
              <a:avLst/>
              <a:gdLst/>
              <a:ahLst/>
              <a:cxnLst/>
              <a:rect l="l" t="t" r="r" b="b"/>
              <a:pathLst>
                <a:path w="1188720" h="782320">
                  <a:moveTo>
                    <a:pt x="0" y="391159"/>
                  </a:moveTo>
                  <a:lnTo>
                    <a:pt x="594359" y="0"/>
                  </a:lnTo>
                  <a:lnTo>
                    <a:pt x="1188720" y="391159"/>
                  </a:lnTo>
                  <a:lnTo>
                    <a:pt x="594359" y="782320"/>
                  </a:lnTo>
                  <a:lnTo>
                    <a:pt x="0" y="391159"/>
                  </a:lnTo>
                  <a:close/>
                </a:path>
              </a:pathLst>
            </a:custGeom>
            <a:ln w="12699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3632073" y="2577718"/>
              <a:ext cx="13970" cy="349885"/>
            </a:xfrm>
            <a:custGeom>
              <a:avLst/>
              <a:gdLst/>
              <a:ahLst/>
              <a:cxnLst/>
              <a:rect l="l" t="t" r="r" b="b"/>
              <a:pathLst>
                <a:path w="13970" h="349885">
                  <a:moveTo>
                    <a:pt x="13969" y="0"/>
                  </a:moveTo>
                  <a:lnTo>
                    <a:pt x="0" y="34988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530225" y="4452619"/>
              <a:ext cx="6498590" cy="0"/>
            </a:xfrm>
            <a:custGeom>
              <a:avLst/>
              <a:gdLst/>
              <a:ahLst/>
              <a:cxnLst/>
              <a:rect l="l" t="t" r="r" b="b"/>
              <a:pathLst>
                <a:path w="6498590" h="0">
                  <a:moveTo>
                    <a:pt x="0" y="0"/>
                  </a:moveTo>
                  <a:lnTo>
                    <a:pt x="6498082" y="0"/>
                  </a:lnTo>
                </a:path>
              </a:pathLst>
            </a:custGeom>
            <a:ln w="19050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3596513" y="3730751"/>
              <a:ext cx="76200" cy="699770"/>
            </a:xfrm>
            <a:custGeom>
              <a:avLst/>
              <a:gdLst/>
              <a:ahLst/>
              <a:cxnLst/>
              <a:rect l="l" t="t" r="r" b="b"/>
              <a:pathLst>
                <a:path w="76200" h="699770">
                  <a:moveTo>
                    <a:pt x="76200" y="623570"/>
                  </a:moveTo>
                  <a:lnTo>
                    <a:pt x="47625" y="623570"/>
                  </a:lnTo>
                  <a:lnTo>
                    <a:pt x="47625" y="0"/>
                  </a:lnTo>
                  <a:lnTo>
                    <a:pt x="28575" y="0"/>
                  </a:lnTo>
                  <a:lnTo>
                    <a:pt x="28575" y="623570"/>
                  </a:lnTo>
                  <a:lnTo>
                    <a:pt x="0" y="623570"/>
                  </a:lnTo>
                  <a:lnTo>
                    <a:pt x="38100" y="699770"/>
                  </a:lnTo>
                  <a:lnTo>
                    <a:pt x="69850" y="636270"/>
                  </a:lnTo>
                  <a:lnTo>
                    <a:pt x="76200" y="6235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0" name="object 320" descr=""/>
          <p:cNvSpPr txBox="1"/>
          <p:nvPr/>
        </p:nvSpPr>
        <p:spPr>
          <a:xfrm>
            <a:off x="3433064" y="3197732"/>
            <a:ext cx="3873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Verify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21" name="object 321" descr=""/>
          <p:cNvGrpSpPr/>
          <p:nvPr/>
        </p:nvGrpSpPr>
        <p:grpSpPr>
          <a:xfrm>
            <a:off x="521652" y="4596701"/>
            <a:ext cx="6525895" cy="2376805"/>
            <a:chOff x="521652" y="4596701"/>
            <a:chExt cx="6525895" cy="2376805"/>
          </a:xfrm>
        </p:grpSpPr>
        <p:sp>
          <p:nvSpPr>
            <p:cNvPr id="322" name="object 322" descr=""/>
            <p:cNvSpPr/>
            <p:nvPr/>
          </p:nvSpPr>
          <p:spPr>
            <a:xfrm>
              <a:off x="535305" y="4610353"/>
              <a:ext cx="6498590" cy="0"/>
            </a:xfrm>
            <a:custGeom>
              <a:avLst/>
              <a:gdLst/>
              <a:ahLst/>
              <a:cxnLst/>
              <a:rect l="l" t="t" r="r" b="b"/>
              <a:pathLst>
                <a:path w="6498590" h="0">
                  <a:moveTo>
                    <a:pt x="0" y="0"/>
                  </a:moveTo>
                  <a:lnTo>
                    <a:pt x="6498082" y="0"/>
                  </a:lnTo>
                </a:path>
              </a:pathLst>
            </a:custGeom>
            <a:ln w="27303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4931918" y="5456554"/>
              <a:ext cx="1805939" cy="372110"/>
            </a:xfrm>
            <a:custGeom>
              <a:avLst/>
              <a:gdLst/>
              <a:ahLst/>
              <a:cxnLst/>
              <a:rect l="l" t="t" r="r" b="b"/>
              <a:pathLst>
                <a:path w="1805940" h="372110">
                  <a:moveTo>
                    <a:pt x="1619885" y="0"/>
                  </a:moveTo>
                  <a:lnTo>
                    <a:pt x="186055" y="0"/>
                  </a:lnTo>
                  <a:lnTo>
                    <a:pt x="136652" y="6730"/>
                  </a:lnTo>
                  <a:lnTo>
                    <a:pt x="92202" y="25526"/>
                  </a:lnTo>
                  <a:lnTo>
                    <a:pt x="54483" y="54609"/>
                  </a:lnTo>
                  <a:lnTo>
                    <a:pt x="25400" y="92201"/>
                  </a:lnTo>
                  <a:lnTo>
                    <a:pt x="6604" y="136651"/>
                  </a:lnTo>
                  <a:lnTo>
                    <a:pt x="0" y="186054"/>
                  </a:lnTo>
                  <a:lnTo>
                    <a:pt x="6604" y="235584"/>
                  </a:lnTo>
                  <a:lnTo>
                    <a:pt x="25400" y="280034"/>
                  </a:lnTo>
                  <a:lnTo>
                    <a:pt x="54483" y="317626"/>
                  </a:lnTo>
                  <a:lnTo>
                    <a:pt x="92202" y="346709"/>
                  </a:lnTo>
                  <a:lnTo>
                    <a:pt x="136652" y="365505"/>
                  </a:lnTo>
                  <a:lnTo>
                    <a:pt x="186055" y="372109"/>
                  </a:lnTo>
                  <a:lnTo>
                    <a:pt x="1619885" y="372109"/>
                  </a:lnTo>
                  <a:lnTo>
                    <a:pt x="1669288" y="365505"/>
                  </a:lnTo>
                  <a:lnTo>
                    <a:pt x="1713738" y="346709"/>
                  </a:lnTo>
                  <a:lnTo>
                    <a:pt x="1751457" y="317626"/>
                  </a:lnTo>
                  <a:lnTo>
                    <a:pt x="1780539" y="280034"/>
                  </a:lnTo>
                  <a:lnTo>
                    <a:pt x="1799336" y="235584"/>
                  </a:lnTo>
                  <a:lnTo>
                    <a:pt x="1805939" y="186054"/>
                  </a:lnTo>
                  <a:lnTo>
                    <a:pt x="1799336" y="136651"/>
                  </a:lnTo>
                  <a:lnTo>
                    <a:pt x="1780539" y="92201"/>
                  </a:lnTo>
                  <a:lnTo>
                    <a:pt x="1751457" y="54609"/>
                  </a:lnTo>
                  <a:lnTo>
                    <a:pt x="1713738" y="25526"/>
                  </a:lnTo>
                  <a:lnTo>
                    <a:pt x="1669288" y="6730"/>
                  </a:lnTo>
                  <a:lnTo>
                    <a:pt x="1619885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4931918" y="5456554"/>
              <a:ext cx="1805939" cy="372110"/>
            </a:xfrm>
            <a:custGeom>
              <a:avLst/>
              <a:gdLst/>
              <a:ahLst/>
              <a:cxnLst/>
              <a:rect l="l" t="t" r="r" b="b"/>
              <a:pathLst>
                <a:path w="1805940" h="372110">
                  <a:moveTo>
                    <a:pt x="0" y="186054"/>
                  </a:moveTo>
                  <a:lnTo>
                    <a:pt x="6604" y="136651"/>
                  </a:lnTo>
                  <a:lnTo>
                    <a:pt x="25400" y="92201"/>
                  </a:lnTo>
                  <a:lnTo>
                    <a:pt x="54483" y="54609"/>
                  </a:lnTo>
                  <a:lnTo>
                    <a:pt x="92202" y="25526"/>
                  </a:lnTo>
                  <a:lnTo>
                    <a:pt x="136652" y="6730"/>
                  </a:lnTo>
                  <a:lnTo>
                    <a:pt x="186055" y="0"/>
                  </a:lnTo>
                  <a:lnTo>
                    <a:pt x="1619885" y="0"/>
                  </a:lnTo>
                  <a:lnTo>
                    <a:pt x="1669288" y="6730"/>
                  </a:lnTo>
                  <a:lnTo>
                    <a:pt x="1713738" y="25526"/>
                  </a:lnTo>
                  <a:lnTo>
                    <a:pt x="1751457" y="54609"/>
                  </a:lnTo>
                  <a:lnTo>
                    <a:pt x="1780539" y="92201"/>
                  </a:lnTo>
                  <a:lnTo>
                    <a:pt x="1799336" y="136651"/>
                  </a:lnTo>
                  <a:lnTo>
                    <a:pt x="1805939" y="186054"/>
                  </a:lnTo>
                  <a:lnTo>
                    <a:pt x="1799336" y="235584"/>
                  </a:lnTo>
                  <a:lnTo>
                    <a:pt x="1780539" y="280034"/>
                  </a:lnTo>
                  <a:lnTo>
                    <a:pt x="1751457" y="317626"/>
                  </a:lnTo>
                  <a:lnTo>
                    <a:pt x="1713738" y="346709"/>
                  </a:lnTo>
                  <a:lnTo>
                    <a:pt x="1669288" y="365505"/>
                  </a:lnTo>
                  <a:lnTo>
                    <a:pt x="1619885" y="372109"/>
                  </a:lnTo>
                  <a:lnTo>
                    <a:pt x="186055" y="372109"/>
                  </a:lnTo>
                  <a:lnTo>
                    <a:pt x="136652" y="365505"/>
                  </a:lnTo>
                  <a:lnTo>
                    <a:pt x="92202" y="346709"/>
                  </a:lnTo>
                  <a:lnTo>
                    <a:pt x="54483" y="317626"/>
                  </a:lnTo>
                  <a:lnTo>
                    <a:pt x="25400" y="280034"/>
                  </a:lnTo>
                  <a:lnTo>
                    <a:pt x="6604" y="235584"/>
                  </a:lnTo>
                  <a:lnTo>
                    <a:pt x="0" y="186054"/>
                  </a:lnTo>
                  <a:close/>
                </a:path>
              </a:pathLst>
            </a:custGeom>
            <a:ln w="12698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2730372" y="5478779"/>
              <a:ext cx="1805939" cy="372110"/>
            </a:xfrm>
            <a:custGeom>
              <a:avLst/>
              <a:gdLst/>
              <a:ahLst/>
              <a:cxnLst/>
              <a:rect l="l" t="t" r="r" b="b"/>
              <a:pathLst>
                <a:path w="1805939" h="372110">
                  <a:moveTo>
                    <a:pt x="1619885" y="0"/>
                  </a:moveTo>
                  <a:lnTo>
                    <a:pt x="186054" y="0"/>
                  </a:lnTo>
                  <a:lnTo>
                    <a:pt x="136651" y="6730"/>
                  </a:lnTo>
                  <a:lnTo>
                    <a:pt x="92201" y="25526"/>
                  </a:lnTo>
                  <a:lnTo>
                    <a:pt x="54482" y="54609"/>
                  </a:lnTo>
                  <a:lnTo>
                    <a:pt x="25400" y="92201"/>
                  </a:lnTo>
                  <a:lnTo>
                    <a:pt x="6603" y="136651"/>
                  </a:lnTo>
                  <a:lnTo>
                    <a:pt x="0" y="186054"/>
                  </a:lnTo>
                  <a:lnTo>
                    <a:pt x="6603" y="235584"/>
                  </a:lnTo>
                  <a:lnTo>
                    <a:pt x="25400" y="280034"/>
                  </a:lnTo>
                  <a:lnTo>
                    <a:pt x="54482" y="317626"/>
                  </a:lnTo>
                  <a:lnTo>
                    <a:pt x="92201" y="346709"/>
                  </a:lnTo>
                  <a:lnTo>
                    <a:pt x="136651" y="365505"/>
                  </a:lnTo>
                  <a:lnTo>
                    <a:pt x="186054" y="372109"/>
                  </a:lnTo>
                  <a:lnTo>
                    <a:pt x="1619885" y="372109"/>
                  </a:lnTo>
                  <a:lnTo>
                    <a:pt x="1669288" y="365505"/>
                  </a:lnTo>
                  <a:lnTo>
                    <a:pt x="1713738" y="346709"/>
                  </a:lnTo>
                  <a:lnTo>
                    <a:pt x="1751456" y="317626"/>
                  </a:lnTo>
                  <a:lnTo>
                    <a:pt x="1780539" y="280034"/>
                  </a:lnTo>
                  <a:lnTo>
                    <a:pt x="1799336" y="235584"/>
                  </a:lnTo>
                  <a:lnTo>
                    <a:pt x="1805939" y="186054"/>
                  </a:lnTo>
                  <a:lnTo>
                    <a:pt x="1799336" y="136651"/>
                  </a:lnTo>
                  <a:lnTo>
                    <a:pt x="1780539" y="92201"/>
                  </a:lnTo>
                  <a:lnTo>
                    <a:pt x="1751456" y="54609"/>
                  </a:lnTo>
                  <a:lnTo>
                    <a:pt x="1713738" y="25526"/>
                  </a:lnTo>
                  <a:lnTo>
                    <a:pt x="1669288" y="6730"/>
                  </a:lnTo>
                  <a:lnTo>
                    <a:pt x="1619885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2730372" y="5478779"/>
              <a:ext cx="1805939" cy="372110"/>
            </a:xfrm>
            <a:custGeom>
              <a:avLst/>
              <a:gdLst/>
              <a:ahLst/>
              <a:cxnLst/>
              <a:rect l="l" t="t" r="r" b="b"/>
              <a:pathLst>
                <a:path w="1805939" h="372110">
                  <a:moveTo>
                    <a:pt x="0" y="186054"/>
                  </a:moveTo>
                  <a:lnTo>
                    <a:pt x="6603" y="136651"/>
                  </a:lnTo>
                  <a:lnTo>
                    <a:pt x="25400" y="92201"/>
                  </a:lnTo>
                  <a:lnTo>
                    <a:pt x="54482" y="54609"/>
                  </a:lnTo>
                  <a:lnTo>
                    <a:pt x="92201" y="25526"/>
                  </a:lnTo>
                  <a:lnTo>
                    <a:pt x="136651" y="6730"/>
                  </a:lnTo>
                  <a:lnTo>
                    <a:pt x="186054" y="0"/>
                  </a:lnTo>
                  <a:lnTo>
                    <a:pt x="1619885" y="0"/>
                  </a:lnTo>
                  <a:lnTo>
                    <a:pt x="1669288" y="6730"/>
                  </a:lnTo>
                  <a:lnTo>
                    <a:pt x="1713738" y="25526"/>
                  </a:lnTo>
                  <a:lnTo>
                    <a:pt x="1751456" y="54609"/>
                  </a:lnTo>
                  <a:lnTo>
                    <a:pt x="1780539" y="92201"/>
                  </a:lnTo>
                  <a:lnTo>
                    <a:pt x="1799336" y="136651"/>
                  </a:lnTo>
                  <a:lnTo>
                    <a:pt x="1805939" y="186054"/>
                  </a:lnTo>
                  <a:lnTo>
                    <a:pt x="1799336" y="235584"/>
                  </a:lnTo>
                  <a:lnTo>
                    <a:pt x="1780539" y="280034"/>
                  </a:lnTo>
                  <a:lnTo>
                    <a:pt x="1751456" y="317626"/>
                  </a:lnTo>
                  <a:lnTo>
                    <a:pt x="1713738" y="346709"/>
                  </a:lnTo>
                  <a:lnTo>
                    <a:pt x="1669288" y="365505"/>
                  </a:lnTo>
                  <a:lnTo>
                    <a:pt x="1619885" y="372109"/>
                  </a:lnTo>
                  <a:lnTo>
                    <a:pt x="186054" y="372109"/>
                  </a:lnTo>
                  <a:lnTo>
                    <a:pt x="136651" y="365505"/>
                  </a:lnTo>
                  <a:lnTo>
                    <a:pt x="92201" y="346709"/>
                  </a:lnTo>
                  <a:lnTo>
                    <a:pt x="54482" y="317626"/>
                  </a:lnTo>
                  <a:lnTo>
                    <a:pt x="25400" y="280034"/>
                  </a:lnTo>
                  <a:lnTo>
                    <a:pt x="6603" y="235584"/>
                  </a:lnTo>
                  <a:lnTo>
                    <a:pt x="0" y="186054"/>
                  </a:lnTo>
                  <a:close/>
                </a:path>
              </a:pathLst>
            </a:custGeom>
            <a:ln w="12698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575183" y="5478779"/>
              <a:ext cx="1805939" cy="372110"/>
            </a:xfrm>
            <a:custGeom>
              <a:avLst/>
              <a:gdLst/>
              <a:ahLst/>
              <a:cxnLst/>
              <a:rect l="l" t="t" r="r" b="b"/>
              <a:pathLst>
                <a:path w="1805939" h="372110">
                  <a:moveTo>
                    <a:pt x="1619885" y="0"/>
                  </a:moveTo>
                  <a:lnTo>
                    <a:pt x="186054" y="0"/>
                  </a:lnTo>
                  <a:lnTo>
                    <a:pt x="136588" y="6730"/>
                  </a:lnTo>
                  <a:lnTo>
                    <a:pt x="92151" y="25526"/>
                  </a:lnTo>
                  <a:lnTo>
                    <a:pt x="54495" y="54609"/>
                  </a:lnTo>
                  <a:lnTo>
                    <a:pt x="25400" y="92201"/>
                  </a:lnTo>
                  <a:lnTo>
                    <a:pt x="6642" y="136651"/>
                  </a:lnTo>
                  <a:lnTo>
                    <a:pt x="0" y="186054"/>
                  </a:lnTo>
                  <a:lnTo>
                    <a:pt x="6642" y="235584"/>
                  </a:lnTo>
                  <a:lnTo>
                    <a:pt x="25400" y="280034"/>
                  </a:lnTo>
                  <a:lnTo>
                    <a:pt x="54495" y="317626"/>
                  </a:lnTo>
                  <a:lnTo>
                    <a:pt x="92151" y="346709"/>
                  </a:lnTo>
                  <a:lnTo>
                    <a:pt x="136588" y="365505"/>
                  </a:lnTo>
                  <a:lnTo>
                    <a:pt x="186054" y="372109"/>
                  </a:lnTo>
                  <a:lnTo>
                    <a:pt x="1619885" y="372109"/>
                  </a:lnTo>
                  <a:lnTo>
                    <a:pt x="1669288" y="365505"/>
                  </a:lnTo>
                  <a:lnTo>
                    <a:pt x="1713738" y="346709"/>
                  </a:lnTo>
                  <a:lnTo>
                    <a:pt x="1751457" y="317626"/>
                  </a:lnTo>
                  <a:lnTo>
                    <a:pt x="1780540" y="280034"/>
                  </a:lnTo>
                  <a:lnTo>
                    <a:pt x="1799336" y="235584"/>
                  </a:lnTo>
                  <a:lnTo>
                    <a:pt x="1805940" y="186054"/>
                  </a:lnTo>
                  <a:lnTo>
                    <a:pt x="1799336" y="136651"/>
                  </a:lnTo>
                  <a:lnTo>
                    <a:pt x="1780540" y="92201"/>
                  </a:lnTo>
                  <a:lnTo>
                    <a:pt x="1751457" y="54609"/>
                  </a:lnTo>
                  <a:lnTo>
                    <a:pt x="1713738" y="25526"/>
                  </a:lnTo>
                  <a:lnTo>
                    <a:pt x="1669288" y="6730"/>
                  </a:lnTo>
                  <a:lnTo>
                    <a:pt x="1619885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575183" y="5478779"/>
              <a:ext cx="1805939" cy="372110"/>
            </a:xfrm>
            <a:custGeom>
              <a:avLst/>
              <a:gdLst/>
              <a:ahLst/>
              <a:cxnLst/>
              <a:rect l="l" t="t" r="r" b="b"/>
              <a:pathLst>
                <a:path w="1805939" h="372110">
                  <a:moveTo>
                    <a:pt x="0" y="186054"/>
                  </a:moveTo>
                  <a:lnTo>
                    <a:pt x="6642" y="136651"/>
                  </a:lnTo>
                  <a:lnTo>
                    <a:pt x="25400" y="92201"/>
                  </a:lnTo>
                  <a:lnTo>
                    <a:pt x="54495" y="54609"/>
                  </a:lnTo>
                  <a:lnTo>
                    <a:pt x="92151" y="25526"/>
                  </a:lnTo>
                  <a:lnTo>
                    <a:pt x="136588" y="6730"/>
                  </a:lnTo>
                  <a:lnTo>
                    <a:pt x="186054" y="0"/>
                  </a:lnTo>
                  <a:lnTo>
                    <a:pt x="1619885" y="0"/>
                  </a:lnTo>
                  <a:lnTo>
                    <a:pt x="1669288" y="6730"/>
                  </a:lnTo>
                  <a:lnTo>
                    <a:pt x="1713738" y="25526"/>
                  </a:lnTo>
                  <a:lnTo>
                    <a:pt x="1751457" y="54609"/>
                  </a:lnTo>
                  <a:lnTo>
                    <a:pt x="1780540" y="92201"/>
                  </a:lnTo>
                  <a:lnTo>
                    <a:pt x="1799336" y="136651"/>
                  </a:lnTo>
                  <a:lnTo>
                    <a:pt x="1805940" y="186054"/>
                  </a:lnTo>
                  <a:lnTo>
                    <a:pt x="1799336" y="235584"/>
                  </a:lnTo>
                  <a:lnTo>
                    <a:pt x="1780540" y="280034"/>
                  </a:lnTo>
                  <a:lnTo>
                    <a:pt x="1751457" y="317626"/>
                  </a:lnTo>
                  <a:lnTo>
                    <a:pt x="1713738" y="346709"/>
                  </a:lnTo>
                  <a:lnTo>
                    <a:pt x="1669288" y="365505"/>
                  </a:lnTo>
                  <a:lnTo>
                    <a:pt x="1619885" y="372109"/>
                  </a:lnTo>
                  <a:lnTo>
                    <a:pt x="186054" y="372109"/>
                  </a:lnTo>
                  <a:lnTo>
                    <a:pt x="136588" y="365505"/>
                  </a:lnTo>
                  <a:lnTo>
                    <a:pt x="92151" y="346709"/>
                  </a:lnTo>
                  <a:lnTo>
                    <a:pt x="54495" y="317626"/>
                  </a:lnTo>
                  <a:lnTo>
                    <a:pt x="25400" y="280034"/>
                  </a:lnTo>
                  <a:lnTo>
                    <a:pt x="6642" y="235584"/>
                  </a:lnTo>
                  <a:lnTo>
                    <a:pt x="0" y="186054"/>
                  </a:lnTo>
                  <a:close/>
                </a:path>
              </a:pathLst>
            </a:custGeom>
            <a:ln w="12698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1248841" y="4603749"/>
              <a:ext cx="5179695" cy="2369185"/>
            </a:xfrm>
            <a:custGeom>
              <a:avLst/>
              <a:gdLst/>
              <a:ahLst/>
              <a:cxnLst/>
              <a:rect l="l" t="t" r="r" b="b"/>
              <a:pathLst>
                <a:path w="5179695" h="2369184">
                  <a:moveTo>
                    <a:pt x="413969" y="2284603"/>
                  </a:moveTo>
                  <a:lnTo>
                    <a:pt x="387045" y="2294382"/>
                  </a:lnTo>
                  <a:lnTo>
                    <a:pt x="17919" y="1270508"/>
                  </a:lnTo>
                  <a:lnTo>
                    <a:pt x="0" y="1276985"/>
                  </a:lnTo>
                  <a:lnTo>
                    <a:pt x="369138" y="2300732"/>
                  </a:lnTo>
                  <a:lnTo>
                    <a:pt x="342214" y="2310384"/>
                  </a:lnTo>
                  <a:lnTo>
                    <a:pt x="403923" y="2369185"/>
                  </a:lnTo>
                  <a:lnTo>
                    <a:pt x="413969" y="2284603"/>
                  </a:lnTo>
                  <a:close/>
                </a:path>
                <a:path w="5179695" h="2369184">
                  <a:moveTo>
                    <a:pt x="1075512" y="13589"/>
                  </a:moveTo>
                  <a:lnTo>
                    <a:pt x="1062050" y="0"/>
                  </a:lnTo>
                  <a:lnTo>
                    <a:pt x="289509" y="763778"/>
                  </a:lnTo>
                  <a:lnTo>
                    <a:pt x="269443" y="743331"/>
                  </a:lnTo>
                  <a:lnTo>
                    <a:pt x="242011" y="824103"/>
                  </a:lnTo>
                  <a:lnTo>
                    <a:pt x="323037" y="797560"/>
                  </a:lnTo>
                  <a:lnTo>
                    <a:pt x="302844" y="777240"/>
                  </a:lnTo>
                  <a:lnTo>
                    <a:pt x="1075512" y="13589"/>
                  </a:lnTo>
                  <a:close/>
                </a:path>
                <a:path w="5179695" h="2369184">
                  <a:moveTo>
                    <a:pt x="2308809" y="1273048"/>
                  </a:moveTo>
                  <a:lnTo>
                    <a:pt x="2290013" y="1270762"/>
                  </a:lnTo>
                  <a:lnTo>
                    <a:pt x="2164029" y="2290572"/>
                  </a:lnTo>
                  <a:lnTo>
                    <a:pt x="2135708" y="2287016"/>
                  </a:lnTo>
                  <a:lnTo>
                    <a:pt x="2164156" y="2367280"/>
                  </a:lnTo>
                  <a:lnTo>
                    <a:pt x="2211273" y="2296287"/>
                  </a:lnTo>
                  <a:lnTo>
                    <a:pt x="2182952" y="2292858"/>
                  </a:lnTo>
                  <a:lnTo>
                    <a:pt x="2308809" y="1273048"/>
                  </a:lnTo>
                  <a:close/>
                </a:path>
                <a:path w="5179695" h="2369184">
                  <a:moveTo>
                    <a:pt x="2409901" y="7366"/>
                  </a:moveTo>
                  <a:lnTo>
                    <a:pt x="2390851" y="6223"/>
                  </a:lnTo>
                  <a:lnTo>
                    <a:pt x="2349957" y="747522"/>
                  </a:lnTo>
                  <a:lnTo>
                    <a:pt x="2321382" y="745871"/>
                  </a:lnTo>
                  <a:lnTo>
                    <a:pt x="2355291" y="824103"/>
                  </a:lnTo>
                  <a:lnTo>
                    <a:pt x="2397582" y="750062"/>
                  </a:lnTo>
                  <a:lnTo>
                    <a:pt x="2368880" y="748538"/>
                  </a:lnTo>
                  <a:lnTo>
                    <a:pt x="2409901" y="7366"/>
                  </a:lnTo>
                  <a:close/>
                </a:path>
                <a:path w="5179695" h="2369184">
                  <a:moveTo>
                    <a:pt x="4558106" y="809498"/>
                  </a:moveTo>
                  <a:lnTo>
                    <a:pt x="4555820" y="724281"/>
                  </a:lnTo>
                  <a:lnTo>
                    <a:pt x="4530547" y="737870"/>
                  </a:lnTo>
                  <a:lnTo>
                    <a:pt x="4137863" y="3556"/>
                  </a:lnTo>
                  <a:lnTo>
                    <a:pt x="4121099" y="12573"/>
                  </a:lnTo>
                  <a:lnTo>
                    <a:pt x="4513783" y="746760"/>
                  </a:lnTo>
                  <a:lnTo>
                    <a:pt x="4488510" y="760222"/>
                  </a:lnTo>
                  <a:lnTo>
                    <a:pt x="4558106" y="809498"/>
                  </a:lnTo>
                  <a:close/>
                </a:path>
                <a:path w="5179695" h="2369184">
                  <a:moveTo>
                    <a:pt x="5179136" y="2335530"/>
                  </a:moveTo>
                  <a:lnTo>
                    <a:pt x="5173548" y="2250567"/>
                  </a:lnTo>
                  <a:lnTo>
                    <a:pt x="5148910" y="2265045"/>
                  </a:lnTo>
                  <a:lnTo>
                    <a:pt x="4566361" y="1269619"/>
                  </a:lnTo>
                  <a:lnTo>
                    <a:pt x="4557725" y="1274699"/>
                  </a:lnTo>
                  <a:lnTo>
                    <a:pt x="4549216" y="1269746"/>
                  </a:lnTo>
                  <a:lnTo>
                    <a:pt x="3978224" y="2264791"/>
                  </a:lnTo>
                  <a:lnTo>
                    <a:pt x="3953332" y="2250440"/>
                  </a:lnTo>
                  <a:lnTo>
                    <a:pt x="3948506" y="2335530"/>
                  </a:lnTo>
                  <a:lnTo>
                    <a:pt x="4019499" y="2288413"/>
                  </a:lnTo>
                  <a:lnTo>
                    <a:pt x="3994734" y="2274316"/>
                  </a:lnTo>
                  <a:lnTo>
                    <a:pt x="4557852" y="1292987"/>
                  </a:lnTo>
                  <a:lnTo>
                    <a:pt x="5132527" y="2274697"/>
                  </a:lnTo>
                  <a:lnTo>
                    <a:pt x="5107762" y="2289048"/>
                  </a:lnTo>
                  <a:lnTo>
                    <a:pt x="5179136" y="23355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0" name="object 330" descr=""/>
          <p:cNvSpPr txBox="1"/>
          <p:nvPr/>
        </p:nvSpPr>
        <p:spPr>
          <a:xfrm>
            <a:off x="1210157" y="5578550"/>
            <a:ext cx="52768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1" name="object 331" descr=""/>
          <p:cNvSpPr txBox="1"/>
          <p:nvPr/>
        </p:nvSpPr>
        <p:spPr>
          <a:xfrm>
            <a:off x="3249929" y="5578550"/>
            <a:ext cx="76073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Apply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Leave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2" name="object 332" descr=""/>
          <p:cNvSpPr txBox="1"/>
          <p:nvPr/>
        </p:nvSpPr>
        <p:spPr>
          <a:xfrm>
            <a:off x="5582539" y="5554167"/>
            <a:ext cx="5010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Reports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33" name="object 333" descr=""/>
          <p:cNvGrpSpPr/>
          <p:nvPr/>
        </p:nvGrpSpPr>
        <p:grpSpPr>
          <a:xfrm>
            <a:off x="530225" y="6978015"/>
            <a:ext cx="6498590" cy="1460500"/>
            <a:chOff x="530225" y="6978015"/>
            <a:chExt cx="6498590" cy="1460500"/>
          </a:xfrm>
        </p:grpSpPr>
        <p:sp>
          <p:nvSpPr>
            <p:cNvPr id="334" name="object 334" descr=""/>
            <p:cNvSpPr/>
            <p:nvPr/>
          </p:nvSpPr>
          <p:spPr>
            <a:xfrm>
              <a:off x="6050788" y="6984999"/>
              <a:ext cx="782955" cy="372110"/>
            </a:xfrm>
            <a:custGeom>
              <a:avLst/>
              <a:gdLst/>
              <a:ahLst/>
              <a:cxnLst/>
              <a:rect l="l" t="t" r="r" b="b"/>
              <a:pathLst>
                <a:path w="782954" h="372109">
                  <a:moveTo>
                    <a:pt x="596900" y="0"/>
                  </a:moveTo>
                  <a:lnTo>
                    <a:pt x="186054" y="0"/>
                  </a:lnTo>
                  <a:lnTo>
                    <a:pt x="136651" y="6604"/>
                  </a:lnTo>
                  <a:lnTo>
                    <a:pt x="92201" y="25400"/>
                  </a:lnTo>
                  <a:lnTo>
                    <a:pt x="54483" y="54483"/>
                  </a:lnTo>
                  <a:lnTo>
                    <a:pt x="25400" y="92075"/>
                  </a:lnTo>
                  <a:lnTo>
                    <a:pt x="6603" y="136525"/>
                  </a:lnTo>
                  <a:lnTo>
                    <a:pt x="0" y="186055"/>
                  </a:lnTo>
                  <a:lnTo>
                    <a:pt x="6603" y="235458"/>
                  </a:lnTo>
                  <a:lnTo>
                    <a:pt x="25400" y="279908"/>
                  </a:lnTo>
                  <a:lnTo>
                    <a:pt x="54483" y="317500"/>
                  </a:lnTo>
                  <a:lnTo>
                    <a:pt x="92201" y="346583"/>
                  </a:lnTo>
                  <a:lnTo>
                    <a:pt x="136651" y="365379"/>
                  </a:lnTo>
                  <a:lnTo>
                    <a:pt x="186054" y="371983"/>
                  </a:lnTo>
                  <a:lnTo>
                    <a:pt x="596900" y="371983"/>
                  </a:lnTo>
                  <a:lnTo>
                    <a:pt x="646303" y="365379"/>
                  </a:lnTo>
                  <a:lnTo>
                    <a:pt x="690753" y="346583"/>
                  </a:lnTo>
                  <a:lnTo>
                    <a:pt x="728471" y="317500"/>
                  </a:lnTo>
                  <a:lnTo>
                    <a:pt x="757555" y="279908"/>
                  </a:lnTo>
                  <a:lnTo>
                    <a:pt x="776351" y="235458"/>
                  </a:lnTo>
                  <a:lnTo>
                    <a:pt x="782955" y="186055"/>
                  </a:lnTo>
                  <a:lnTo>
                    <a:pt x="776351" y="136525"/>
                  </a:lnTo>
                  <a:lnTo>
                    <a:pt x="757555" y="92075"/>
                  </a:lnTo>
                  <a:lnTo>
                    <a:pt x="728471" y="54483"/>
                  </a:lnTo>
                  <a:lnTo>
                    <a:pt x="690753" y="25400"/>
                  </a:lnTo>
                  <a:lnTo>
                    <a:pt x="646303" y="6604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6050788" y="6984999"/>
              <a:ext cx="782955" cy="372110"/>
            </a:xfrm>
            <a:custGeom>
              <a:avLst/>
              <a:gdLst/>
              <a:ahLst/>
              <a:cxnLst/>
              <a:rect l="l" t="t" r="r" b="b"/>
              <a:pathLst>
                <a:path w="782954" h="372109">
                  <a:moveTo>
                    <a:pt x="0" y="186055"/>
                  </a:moveTo>
                  <a:lnTo>
                    <a:pt x="6603" y="136525"/>
                  </a:lnTo>
                  <a:lnTo>
                    <a:pt x="25400" y="92075"/>
                  </a:lnTo>
                  <a:lnTo>
                    <a:pt x="54483" y="54483"/>
                  </a:lnTo>
                  <a:lnTo>
                    <a:pt x="92201" y="25400"/>
                  </a:lnTo>
                  <a:lnTo>
                    <a:pt x="136651" y="6604"/>
                  </a:lnTo>
                  <a:lnTo>
                    <a:pt x="186054" y="0"/>
                  </a:lnTo>
                  <a:lnTo>
                    <a:pt x="596900" y="0"/>
                  </a:lnTo>
                  <a:lnTo>
                    <a:pt x="646303" y="6604"/>
                  </a:lnTo>
                  <a:lnTo>
                    <a:pt x="690753" y="25400"/>
                  </a:lnTo>
                  <a:lnTo>
                    <a:pt x="728471" y="54483"/>
                  </a:lnTo>
                  <a:lnTo>
                    <a:pt x="757555" y="92075"/>
                  </a:lnTo>
                  <a:lnTo>
                    <a:pt x="776351" y="136525"/>
                  </a:lnTo>
                  <a:lnTo>
                    <a:pt x="782955" y="186055"/>
                  </a:lnTo>
                  <a:lnTo>
                    <a:pt x="776351" y="235458"/>
                  </a:lnTo>
                  <a:lnTo>
                    <a:pt x="757555" y="279908"/>
                  </a:lnTo>
                  <a:lnTo>
                    <a:pt x="728471" y="317500"/>
                  </a:lnTo>
                  <a:lnTo>
                    <a:pt x="690753" y="346583"/>
                  </a:lnTo>
                  <a:lnTo>
                    <a:pt x="646303" y="365379"/>
                  </a:lnTo>
                  <a:lnTo>
                    <a:pt x="596900" y="371983"/>
                  </a:lnTo>
                  <a:lnTo>
                    <a:pt x="186054" y="371983"/>
                  </a:lnTo>
                  <a:lnTo>
                    <a:pt x="136651" y="365379"/>
                  </a:lnTo>
                  <a:lnTo>
                    <a:pt x="92201" y="346583"/>
                  </a:lnTo>
                  <a:lnTo>
                    <a:pt x="54483" y="317500"/>
                  </a:lnTo>
                  <a:lnTo>
                    <a:pt x="25400" y="279908"/>
                  </a:lnTo>
                  <a:lnTo>
                    <a:pt x="6603" y="235458"/>
                  </a:lnTo>
                  <a:lnTo>
                    <a:pt x="0" y="186055"/>
                  </a:lnTo>
                  <a:close/>
                </a:path>
              </a:pathLst>
            </a:custGeom>
            <a:ln w="12699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4797297" y="6984364"/>
              <a:ext cx="789940" cy="372110"/>
            </a:xfrm>
            <a:custGeom>
              <a:avLst/>
              <a:gdLst/>
              <a:ahLst/>
              <a:cxnLst/>
              <a:rect l="l" t="t" r="r" b="b"/>
              <a:pathLst>
                <a:path w="789939" h="372109">
                  <a:moveTo>
                    <a:pt x="603885" y="0"/>
                  </a:moveTo>
                  <a:lnTo>
                    <a:pt x="186054" y="0"/>
                  </a:lnTo>
                  <a:lnTo>
                    <a:pt x="136651" y="6604"/>
                  </a:lnTo>
                  <a:lnTo>
                    <a:pt x="92201" y="25400"/>
                  </a:lnTo>
                  <a:lnTo>
                    <a:pt x="54482" y="54483"/>
                  </a:lnTo>
                  <a:lnTo>
                    <a:pt x="25400" y="92075"/>
                  </a:lnTo>
                  <a:lnTo>
                    <a:pt x="6603" y="136525"/>
                  </a:lnTo>
                  <a:lnTo>
                    <a:pt x="0" y="185928"/>
                  </a:lnTo>
                  <a:lnTo>
                    <a:pt x="6603" y="235458"/>
                  </a:lnTo>
                  <a:lnTo>
                    <a:pt x="25400" y="279908"/>
                  </a:lnTo>
                  <a:lnTo>
                    <a:pt x="54482" y="317500"/>
                  </a:lnTo>
                  <a:lnTo>
                    <a:pt x="92201" y="346583"/>
                  </a:lnTo>
                  <a:lnTo>
                    <a:pt x="136651" y="365379"/>
                  </a:lnTo>
                  <a:lnTo>
                    <a:pt x="186054" y="372110"/>
                  </a:lnTo>
                  <a:lnTo>
                    <a:pt x="603885" y="372110"/>
                  </a:lnTo>
                  <a:lnTo>
                    <a:pt x="653288" y="365379"/>
                  </a:lnTo>
                  <a:lnTo>
                    <a:pt x="697738" y="346583"/>
                  </a:lnTo>
                  <a:lnTo>
                    <a:pt x="735456" y="317500"/>
                  </a:lnTo>
                  <a:lnTo>
                    <a:pt x="764539" y="279908"/>
                  </a:lnTo>
                  <a:lnTo>
                    <a:pt x="783336" y="235458"/>
                  </a:lnTo>
                  <a:lnTo>
                    <a:pt x="789939" y="185928"/>
                  </a:lnTo>
                  <a:lnTo>
                    <a:pt x="783336" y="136525"/>
                  </a:lnTo>
                  <a:lnTo>
                    <a:pt x="764539" y="92075"/>
                  </a:lnTo>
                  <a:lnTo>
                    <a:pt x="735456" y="54483"/>
                  </a:lnTo>
                  <a:lnTo>
                    <a:pt x="697738" y="25400"/>
                  </a:lnTo>
                  <a:lnTo>
                    <a:pt x="653288" y="6604"/>
                  </a:lnTo>
                  <a:lnTo>
                    <a:pt x="603885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4797297" y="6984364"/>
              <a:ext cx="789940" cy="372110"/>
            </a:xfrm>
            <a:custGeom>
              <a:avLst/>
              <a:gdLst/>
              <a:ahLst/>
              <a:cxnLst/>
              <a:rect l="l" t="t" r="r" b="b"/>
              <a:pathLst>
                <a:path w="789939" h="372109">
                  <a:moveTo>
                    <a:pt x="0" y="185928"/>
                  </a:moveTo>
                  <a:lnTo>
                    <a:pt x="6603" y="136525"/>
                  </a:lnTo>
                  <a:lnTo>
                    <a:pt x="25400" y="92075"/>
                  </a:lnTo>
                  <a:lnTo>
                    <a:pt x="54482" y="54483"/>
                  </a:lnTo>
                  <a:lnTo>
                    <a:pt x="92201" y="25400"/>
                  </a:lnTo>
                  <a:lnTo>
                    <a:pt x="136651" y="6604"/>
                  </a:lnTo>
                  <a:lnTo>
                    <a:pt x="186054" y="0"/>
                  </a:lnTo>
                  <a:lnTo>
                    <a:pt x="603885" y="0"/>
                  </a:lnTo>
                  <a:lnTo>
                    <a:pt x="653288" y="6604"/>
                  </a:lnTo>
                  <a:lnTo>
                    <a:pt x="697738" y="25400"/>
                  </a:lnTo>
                  <a:lnTo>
                    <a:pt x="735456" y="54483"/>
                  </a:lnTo>
                  <a:lnTo>
                    <a:pt x="764539" y="92075"/>
                  </a:lnTo>
                  <a:lnTo>
                    <a:pt x="783336" y="136525"/>
                  </a:lnTo>
                  <a:lnTo>
                    <a:pt x="789939" y="185928"/>
                  </a:lnTo>
                  <a:lnTo>
                    <a:pt x="783336" y="235458"/>
                  </a:lnTo>
                  <a:lnTo>
                    <a:pt x="764539" y="279908"/>
                  </a:lnTo>
                  <a:lnTo>
                    <a:pt x="735456" y="317500"/>
                  </a:lnTo>
                  <a:lnTo>
                    <a:pt x="697738" y="346583"/>
                  </a:lnTo>
                  <a:lnTo>
                    <a:pt x="653288" y="365379"/>
                  </a:lnTo>
                  <a:lnTo>
                    <a:pt x="603885" y="372110"/>
                  </a:lnTo>
                  <a:lnTo>
                    <a:pt x="186054" y="372110"/>
                  </a:lnTo>
                  <a:lnTo>
                    <a:pt x="136651" y="365379"/>
                  </a:lnTo>
                  <a:lnTo>
                    <a:pt x="92201" y="346583"/>
                  </a:lnTo>
                  <a:lnTo>
                    <a:pt x="54482" y="317500"/>
                  </a:lnTo>
                  <a:lnTo>
                    <a:pt x="25400" y="279908"/>
                  </a:lnTo>
                  <a:lnTo>
                    <a:pt x="6603" y="235458"/>
                  </a:lnTo>
                  <a:lnTo>
                    <a:pt x="0" y="185928"/>
                  </a:lnTo>
                  <a:close/>
                </a:path>
              </a:pathLst>
            </a:custGeom>
            <a:ln w="12698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2821813" y="7019289"/>
              <a:ext cx="1309370" cy="372110"/>
            </a:xfrm>
            <a:custGeom>
              <a:avLst/>
              <a:gdLst/>
              <a:ahLst/>
              <a:cxnLst/>
              <a:rect l="l" t="t" r="r" b="b"/>
              <a:pathLst>
                <a:path w="1309370" h="372109">
                  <a:moveTo>
                    <a:pt x="1123314" y="0"/>
                  </a:moveTo>
                  <a:lnTo>
                    <a:pt x="186055" y="0"/>
                  </a:lnTo>
                  <a:lnTo>
                    <a:pt x="136651" y="6604"/>
                  </a:lnTo>
                  <a:lnTo>
                    <a:pt x="92201" y="25400"/>
                  </a:lnTo>
                  <a:lnTo>
                    <a:pt x="54482" y="54483"/>
                  </a:lnTo>
                  <a:lnTo>
                    <a:pt x="25400" y="92075"/>
                  </a:lnTo>
                  <a:lnTo>
                    <a:pt x="6604" y="136525"/>
                  </a:lnTo>
                  <a:lnTo>
                    <a:pt x="0" y="185928"/>
                  </a:lnTo>
                  <a:lnTo>
                    <a:pt x="6604" y="235458"/>
                  </a:lnTo>
                  <a:lnTo>
                    <a:pt x="25400" y="279908"/>
                  </a:lnTo>
                  <a:lnTo>
                    <a:pt x="54482" y="317500"/>
                  </a:lnTo>
                  <a:lnTo>
                    <a:pt x="92201" y="346583"/>
                  </a:lnTo>
                  <a:lnTo>
                    <a:pt x="136651" y="365379"/>
                  </a:lnTo>
                  <a:lnTo>
                    <a:pt x="186055" y="372110"/>
                  </a:lnTo>
                  <a:lnTo>
                    <a:pt x="1123314" y="372110"/>
                  </a:lnTo>
                  <a:lnTo>
                    <a:pt x="1172717" y="365379"/>
                  </a:lnTo>
                  <a:lnTo>
                    <a:pt x="1217167" y="346583"/>
                  </a:lnTo>
                  <a:lnTo>
                    <a:pt x="1254887" y="317500"/>
                  </a:lnTo>
                  <a:lnTo>
                    <a:pt x="1283970" y="279908"/>
                  </a:lnTo>
                  <a:lnTo>
                    <a:pt x="1302765" y="235458"/>
                  </a:lnTo>
                  <a:lnTo>
                    <a:pt x="1309370" y="185928"/>
                  </a:lnTo>
                  <a:lnTo>
                    <a:pt x="1302765" y="136525"/>
                  </a:lnTo>
                  <a:lnTo>
                    <a:pt x="1283970" y="92075"/>
                  </a:lnTo>
                  <a:lnTo>
                    <a:pt x="1254887" y="54483"/>
                  </a:lnTo>
                  <a:lnTo>
                    <a:pt x="1217167" y="25400"/>
                  </a:lnTo>
                  <a:lnTo>
                    <a:pt x="1172717" y="6604"/>
                  </a:lnTo>
                  <a:lnTo>
                    <a:pt x="1123314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2821813" y="7019289"/>
              <a:ext cx="1309370" cy="372110"/>
            </a:xfrm>
            <a:custGeom>
              <a:avLst/>
              <a:gdLst/>
              <a:ahLst/>
              <a:cxnLst/>
              <a:rect l="l" t="t" r="r" b="b"/>
              <a:pathLst>
                <a:path w="1309370" h="372109">
                  <a:moveTo>
                    <a:pt x="0" y="185928"/>
                  </a:moveTo>
                  <a:lnTo>
                    <a:pt x="6604" y="136525"/>
                  </a:lnTo>
                  <a:lnTo>
                    <a:pt x="25400" y="92075"/>
                  </a:lnTo>
                  <a:lnTo>
                    <a:pt x="54482" y="54483"/>
                  </a:lnTo>
                  <a:lnTo>
                    <a:pt x="92201" y="25400"/>
                  </a:lnTo>
                  <a:lnTo>
                    <a:pt x="136651" y="6604"/>
                  </a:lnTo>
                  <a:lnTo>
                    <a:pt x="186055" y="0"/>
                  </a:lnTo>
                  <a:lnTo>
                    <a:pt x="1123314" y="0"/>
                  </a:lnTo>
                  <a:lnTo>
                    <a:pt x="1172717" y="6604"/>
                  </a:lnTo>
                  <a:lnTo>
                    <a:pt x="1217167" y="25400"/>
                  </a:lnTo>
                  <a:lnTo>
                    <a:pt x="1254887" y="54483"/>
                  </a:lnTo>
                  <a:lnTo>
                    <a:pt x="1283970" y="92075"/>
                  </a:lnTo>
                  <a:lnTo>
                    <a:pt x="1302765" y="136525"/>
                  </a:lnTo>
                  <a:lnTo>
                    <a:pt x="1309370" y="185928"/>
                  </a:lnTo>
                  <a:lnTo>
                    <a:pt x="1302765" y="235458"/>
                  </a:lnTo>
                  <a:lnTo>
                    <a:pt x="1283970" y="279908"/>
                  </a:lnTo>
                  <a:lnTo>
                    <a:pt x="1254887" y="317500"/>
                  </a:lnTo>
                  <a:lnTo>
                    <a:pt x="1217167" y="346583"/>
                  </a:lnTo>
                  <a:lnTo>
                    <a:pt x="1172717" y="365379"/>
                  </a:lnTo>
                  <a:lnTo>
                    <a:pt x="1123314" y="372110"/>
                  </a:lnTo>
                  <a:lnTo>
                    <a:pt x="186055" y="372110"/>
                  </a:lnTo>
                  <a:lnTo>
                    <a:pt x="136651" y="365379"/>
                  </a:lnTo>
                  <a:lnTo>
                    <a:pt x="92201" y="346583"/>
                  </a:lnTo>
                  <a:lnTo>
                    <a:pt x="54482" y="317500"/>
                  </a:lnTo>
                  <a:lnTo>
                    <a:pt x="25400" y="279908"/>
                  </a:lnTo>
                  <a:lnTo>
                    <a:pt x="6604" y="235458"/>
                  </a:lnTo>
                  <a:lnTo>
                    <a:pt x="0" y="185928"/>
                  </a:lnTo>
                  <a:close/>
                </a:path>
              </a:pathLst>
            </a:custGeom>
            <a:ln w="12700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828547" y="7018654"/>
              <a:ext cx="1489710" cy="372110"/>
            </a:xfrm>
            <a:custGeom>
              <a:avLst/>
              <a:gdLst/>
              <a:ahLst/>
              <a:cxnLst/>
              <a:rect l="l" t="t" r="r" b="b"/>
              <a:pathLst>
                <a:path w="1489710" h="372109">
                  <a:moveTo>
                    <a:pt x="1303655" y="0"/>
                  </a:moveTo>
                  <a:lnTo>
                    <a:pt x="186055" y="0"/>
                  </a:lnTo>
                  <a:lnTo>
                    <a:pt x="136588" y="6603"/>
                  </a:lnTo>
                  <a:lnTo>
                    <a:pt x="92151" y="25400"/>
                  </a:lnTo>
                  <a:lnTo>
                    <a:pt x="54495" y="54482"/>
                  </a:lnTo>
                  <a:lnTo>
                    <a:pt x="25400" y="92075"/>
                  </a:lnTo>
                  <a:lnTo>
                    <a:pt x="6642" y="136525"/>
                  </a:lnTo>
                  <a:lnTo>
                    <a:pt x="0" y="185927"/>
                  </a:lnTo>
                  <a:lnTo>
                    <a:pt x="6642" y="235457"/>
                  </a:lnTo>
                  <a:lnTo>
                    <a:pt x="25400" y="279907"/>
                  </a:lnTo>
                  <a:lnTo>
                    <a:pt x="54495" y="317500"/>
                  </a:lnTo>
                  <a:lnTo>
                    <a:pt x="92151" y="346582"/>
                  </a:lnTo>
                  <a:lnTo>
                    <a:pt x="136588" y="365378"/>
                  </a:lnTo>
                  <a:lnTo>
                    <a:pt x="186055" y="371982"/>
                  </a:lnTo>
                  <a:lnTo>
                    <a:pt x="1303655" y="371982"/>
                  </a:lnTo>
                  <a:lnTo>
                    <a:pt x="1353058" y="365378"/>
                  </a:lnTo>
                  <a:lnTo>
                    <a:pt x="1397508" y="346582"/>
                  </a:lnTo>
                  <a:lnTo>
                    <a:pt x="1435227" y="317500"/>
                  </a:lnTo>
                  <a:lnTo>
                    <a:pt x="1464310" y="279907"/>
                  </a:lnTo>
                  <a:lnTo>
                    <a:pt x="1483106" y="235457"/>
                  </a:lnTo>
                  <a:lnTo>
                    <a:pt x="1489710" y="185927"/>
                  </a:lnTo>
                  <a:lnTo>
                    <a:pt x="1483106" y="136525"/>
                  </a:lnTo>
                  <a:lnTo>
                    <a:pt x="1464310" y="92075"/>
                  </a:lnTo>
                  <a:lnTo>
                    <a:pt x="1435227" y="54482"/>
                  </a:lnTo>
                  <a:lnTo>
                    <a:pt x="1397508" y="25400"/>
                  </a:lnTo>
                  <a:lnTo>
                    <a:pt x="1353058" y="6603"/>
                  </a:lnTo>
                  <a:lnTo>
                    <a:pt x="1303655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828547" y="7018654"/>
              <a:ext cx="1489710" cy="372110"/>
            </a:xfrm>
            <a:custGeom>
              <a:avLst/>
              <a:gdLst/>
              <a:ahLst/>
              <a:cxnLst/>
              <a:rect l="l" t="t" r="r" b="b"/>
              <a:pathLst>
                <a:path w="1489710" h="372109">
                  <a:moveTo>
                    <a:pt x="0" y="185927"/>
                  </a:moveTo>
                  <a:lnTo>
                    <a:pt x="6642" y="136525"/>
                  </a:lnTo>
                  <a:lnTo>
                    <a:pt x="25400" y="92075"/>
                  </a:lnTo>
                  <a:lnTo>
                    <a:pt x="54495" y="54482"/>
                  </a:lnTo>
                  <a:lnTo>
                    <a:pt x="92151" y="25400"/>
                  </a:lnTo>
                  <a:lnTo>
                    <a:pt x="136588" y="6603"/>
                  </a:lnTo>
                  <a:lnTo>
                    <a:pt x="186055" y="0"/>
                  </a:lnTo>
                  <a:lnTo>
                    <a:pt x="1303655" y="0"/>
                  </a:lnTo>
                  <a:lnTo>
                    <a:pt x="1353058" y="6603"/>
                  </a:lnTo>
                  <a:lnTo>
                    <a:pt x="1397508" y="25400"/>
                  </a:lnTo>
                  <a:lnTo>
                    <a:pt x="1435227" y="54482"/>
                  </a:lnTo>
                  <a:lnTo>
                    <a:pt x="1464310" y="92075"/>
                  </a:lnTo>
                  <a:lnTo>
                    <a:pt x="1483106" y="136525"/>
                  </a:lnTo>
                  <a:lnTo>
                    <a:pt x="1489710" y="185927"/>
                  </a:lnTo>
                  <a:lnTo>
                    <a:pt x="1483106" y="235457"/>
                  </a:lnTo>
                  <a:lnTo>
                    <a:pt x="1464310" y="279907"/>
                  </a:lnTo>
                  <a:lnTo>
                    <a:pt x="1435227" y="317500"/>
                  </a:lnTo>
                  <a:lnTo>
                    <a:pt x="1397508" y="346582"/>
                  </a:lnTo>
                  <a:lnTo>
                    <a:pt x="1353058" y="365378"/>
                  </a:lnTo>
                  <a:lnTo>
                    <a:pt x="1303655" y="371982"/>
                  </a:lnTo>
                  <a:lnTo>
                    <a:pt x="186055" y="371982"/>
                  </a:lnTo>
                  <a:lnTo>
                    <a:pt x="136588" y="365378"/>
                  </a:lnTo>
                  <a:lnTo>
                    <a:pt x="92151" y="346582"/>
                  </a:lnTo>
                  <a:lnTo>
                    <a:pt x="54495" y="317500"/>
                  </a:lnTo>
                  <a:lnTo>
                    <a:pt x="25400" y="279907"/>
                  </a:lnTo>
                  <a:lnTo>
                    <a:pt x="6642" y="235457"/>
                  </a:lnTo>
                  <a:lnTo>
                    <a:pt x="0" y="185927"/>
                  </a:lnTo>
                  <a:close/>
                </a:path>
              </a:pathLst>
            </a:custGeom>
            <a:ln w="12700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530225" y="8428735"/>
              <a:ext cx="6498590" cy="0"/>
            </a:xfrm>
            <a:custGeom>
              <a:avLst/>
              <a:gdLst/>
              <a:ahLst/>
              <a:cxnLst/>
              <a:rect l="l" t="t" r="r" b="b"/>
              <a:pathLst>
                <a:path w="6498590" h="0">
                  <a:moveTo>
                    <a:pt x="0" y="0"/>
                  </a:moveTo>
                  <a:lnTo>
                    <a:pt x="6498082" y="0"/>
                  </a:lnTo>
                </a:path>
              </a:pathLst>
            </a:custGeom>
            <a:ln w="19050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1638173" y="7359903"/>
              <a:ext cx="4792980" cy="1018540"/>
            </a:xfrm>
            <a:custGeom>
              <a:avLst/>
              <a:gdLst/>
              <a:ahLst/>
              <a:cxnLst/>
              <a:rect l="l" t="t" r="r" b="b"/>
              <a:pathLst>
                <a:path w="4792980" h="1018540">
                  <a:moveTo>
                    <a:pt x="141097" y="938022"/>
                  </a:moveTo>
                  <a:lnTo>
                    <a:pt x="112649" y="941070"/>
                  </a:lnTo>
                  <a:lnTo>
                    <a:pt x="19050" y="46482"/>
                  </a:lnTo>
                  <a:lnTo>
                    <a:pt x="0" y="48526"/>
                  </a:lnTo>
                  <a:lnTo>
                    <a:pt x="93599" y="943102"/>
                  </a:lnTo>
                  <a:lnTo>
                    <a:pt x="65278" y="946023"/>
                  </a:lnTo>
                  <a:lnTo>
                    <a:pt x="111125" y="1017778"/>
                  </a:lnTo>
                  <a:lnTo>
                    <a:pt x="141097" y="938022"/>
                  </a:lnTo>
                  <a:close/>
                </a:path>
                <a:path w="4792980" h="1018540">
                  <a:moveTo>
                    <a:pt x="1910969" y="939927"/>
                  </a:moveTo>
                  <a:lnTo>
                    <a:pt x="1882394" y="941324"/>
                  </a:lnTo>
                  <a:lnTo>
                    <a:pt x="1840865" y="47244"/>
                  </a:lnTo>
                  <a:lnTo>
                    <a:pt x="1821815" y="48006"/>
                  </a:lnTo>
                  <a:lnTo>
                    <a:pt x="1863344" y="942213"/>
                  </a:lnTo>
                  <a:lnTo>
                    <a:pt x="1834769" y="943483"/>
                  </a:lnTo>
                  <a:lnTo>
                    <a:pt x="1876425" y="1017778"/>
                  </a:lnTo>
                  <a:lnTo>
                    <a:pt x="1910969" y="939927"/>
                  </a:lnTo>
                  <a:close/>
                </a:path>
                <a:path w="4792980" h="1018540">
                  <a:moveTo>
                    <a:pt x="3628009" y="5080"/>
                  </a:moveTo>
                  <a:lnTo>
                    <a:pt x="3609721" y="0"/>
                  </a:lnTo>
                  <a:lnTo>
                    <a:pt x="3354578" y="942467"/>
                  </a:lnTo>
                  <a:lnTo>
                    <a:pt x="3327019" y="934974"/>
                  </a:lnTo>
                  <a:lnTo>
                    <a:pt x="3343910" y="1018413"/>
                  </a:lnTo>
                  <a:lnTo>
                    <a:pt x="3400552" y="954786"/>
                  </a:lnTo>
                  <a:lnTo>
                    <a:pt x="3372993" y="947420"/>
                  </a:lnTo>
                  <a:lnTo>
                    <a:pt x="3628009" y="5080"/>
                  </a:lnTo>
                  <a:close/>
                </a:path>
                <a:path w="4792980" h="1018540">
                  <a:moveTo>
                    <a:pt x="4792853" y="51054"/>
                  </a:moveTo>
                  <a:lnTo>
                    <a:pt x="4775327" y="44069"/>
                  </a:lnTo>
                  <a:lnTo>
                    <a:pt x="4431919" y="887857"/>
                  </a:lnTo>
                  <a:lnTo>
                    <a:pt x="4405376" y="876935"/>
                  </a:lnTo>
                  <a:lnTo>
                    <a:pt x="4411980" y="961898"/>
                  </a:lnTo>
                  <a:lnTo>
                    <a:pt x="4475988" y="905764"/>
                  </a:lnTo>
                  <a:lnTo>
                    <a:pt x="4449445" y="894969"/>
                  </a:lnTo>
                  <a:lnTo>
                    <a:pt x="4792853" y="510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4" name="object 344" descr=""/>
          <p:cNvSpPr txBox="1"/>
          <p:nvPr/>
        </p:nvSpPr>
        <p:spPr>
          <a:xfrm>
            <a:off x="1014780" y="7118730"/>
            <a:ext cx="1105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Change</a:t>
            </a:r>
            <a:r>
              <a:rPr dirty="0" sz="1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Password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5" name="object 345" descr=""/>
          <p:cNvSpPr txBox="1"/>
          <p:nvPr/>
        </p:nvSpPr>
        <p:spPr>
          <a:xfrm>
            <a:off x="3057905" y="7118730"/>
            <a:ext cx="8324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Leave</a:t>
            </a:r>
            <a:r>
              <a:rPr dirty="0"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Report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6" name="object 346" descr=""/>
          <p:cNvSpPr txBox="1"/>
          <p:nvPr/>
        </p:nvSpPr>
        <p:spPr>
          <a:xfrm>
            <a:off x="4994275" y="7085203"/>
            <a:ext cx="3937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Salary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7" name="object 347" descr=""/>
          <p:cNvSpPr txBox="1"/>
          <p:nvPr/>
        </p:nvSpPr>
        <p:spPr>
          <a:xfrm>
            <a:off x="6256401" y="7085203"/>
            <a:ext cx="3790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Leave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61796" y="1420494"/>
            <a:ext cx="260858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</a:tabLst>
            </a:pPr>
            <a:r>
              <a:rPr dirty="0" u="sng" sz="16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Entity</a:t>
            </a:r>
            <a:r>
              <a:rPr dirty="0" u="sng" sz="1600" spc="-3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6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Relationship</a:t>
            </a:r>
            <a:r>
              <a:rPr dirty="0" u="sng" sz="1600" spc="-3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Diagram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334" y="2904997"/>
            <a:ext cx="6281420" cy="418363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017828" y="4707127"/>
            <a:ext cx="59055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solidFill>
                  <a:srgbClr val="FFFFFF"/>
                </a:solidFill>
                <a:latin typeface="Times New Roman"/>
                <a:cs typeface="Times New Roman"/>
              </a:rPr>
              <a:t>Employee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29680" y="4707127"/>
            <a:ext cx="35814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solidFill>
                  <a:srgbClr val="FFFFFF"/>
                </a:solidFill>
                <a:latin typeface="Times New Roman"/>
                <a:cs typeface="Times New Roman"/>
              </a:rPr>
              <a:t>Login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15359" y="4752847"/>
            <a:ext cx="2444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799201" y="6591045"/>
            <a:ext cx="5619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solidFill>
                  <a:srgbClr val="FFFFFF"/>
                </a:solidFill>
                <a:latin typeface="Times New Roman"/>
                <a:cs typeface="Times New Roman"/>
              </a:rPr>
              <a:t>Password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640704" y="3170300"/>
            <a:ext cx="59055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FFFF"/>
                </a:solidFill>
                <a:latin typeface="Times New Roman"/>
                <a:cs typeface="Times New Roman"/>
              </a:rPr>
              <a:t>Username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774440" y="3234308"/>
            <a:ext cx="17145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37589" y="3234308"/>
            <a:ext cx="3568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FFFF"/>
                </a:solidFill>
                <a:latin typeface="Times New Roman"/>
                <a:cs typeface="Times New Roman"/>
              </a:rPr>
              <a:t>Email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996945" y="6097269"/>
            <a:ext cx="35877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0">
                <a:solidFill>
                  <a:srgbClr val="FFFFFF"/>
                </a:solidFill>
                <a:latin typeface="Times New Roman"/>
                <a:cs typeface="Times New Roman"/>
              </a:rPr>
              <a:t>Name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37589" y="6630669"/>
            <a:ext cx="37401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solidFill>
                  <a:srgbClr val="FFFFFF"/>
                </a:solidFill>
                <a:latin typeface="Times New Roman"/>
                <a:cs typeface="Times New Roman"/>
              </a:rPr>
              <a:t>Phone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39492" y="1206753"/>
            <a:ext cx="255460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</a:tabLst>
            </a:pPr>
            <a:r>
              <a:rPr dirty="0" u="sng" sz="16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OUTPUT</a:t>
            </a:r>
            <a:r>
              <a:rPr dirty="0" u="sng" sz="1600" spc="-6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6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1600" spc="-3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6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16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PROGRAM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14400" y="1724659"/>
            <a:ext cx="5125085" cy="7506970"/>
            <a:chOff x="914400" y="1724659"/>
            <a:chExt cx="5125085" cy="7506970"/>
          </a:xfrm>
        </p:grpSpPr>
        <p:sp>
          <p:nvSpPr>
            <p:cNvPr id="4" name="object 4" descr=""/>
            <p:cNvSpPr/>
            <p:nvPr/>
          </p:nvSpPr>
          <p:spPr>
            <a:xfrm>
              <a:off x="914400" y="9218931"/>
              <a:ext cx="506730" cy="12700"/>
            </a:xfrm>
            <a:custGeom>
              <a:avLst/>
              <a:gdLst/>
              <a:ahLst/>
              <a:cxnLst/>
              <a:rect l="l" t="t" r="r" b="b"/>
              <a:pathLst>
                <a:path w="506730" h="12700">
                  <a:moveTo>
                    <a:pt x="506272" y="0"/>
                  </a:moveTo>
                  <a:lnTo>
                    <a:pt x="0" y="0"/>
                  </a:lnTo>
                  <a:lnTo>
                    <a:pt x="0" y="12190"/>
                  </a:lnTo>
                  <a:lnTo>
                    <a:pt x="506272" y="12190"/>
                  </a:lnTo>
                  <a:lnTo>
                    <a:pt x="5062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9479" y="1724659"/>
              <a:ext cx="4620006" cy="74672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909" y="801369"/>
            <a:ext cx="5142230" cy="20580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05130" indent="-227965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405130" algn="l"/>
              </a:tabLst>
            </a:pPr>
            <a:r>
              <a:rPr dirty="0" u="sng" sz="26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TESTCASES</a:t>
            </a:r>
            <a:r>
              <a:rPr dirty="0" u="sng" sz="2600" spc="-8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6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dirty="0" u="sng" sz="2600" spc="-6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6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dirty="0" u="sng" sz="2600" spc="-6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6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MINI</a:t>
            </a:r>
            <a:r>
              <a:rPr dirty="0" u="sng" sz="2600" spc="-10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6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spc="-35" b="1">
                <a:latin typeface="Calibri"/>
                <a:cs typeface="Calibri"/>
              </a:rPr>
              <a:t>1.</a:t>
            </a:r>
            <a:r>
              <a:rPr dirty="0" sz="2000" spc="-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Select</a:t>
            </a:r>
            <a:r>
              <a:rPr dirty="0" sz="2000" spc="-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your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choice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50"/>
              </a:spcBef>
            </a:pPr>
            <a:r>
              <a:rPr dirty="0" sz="2000">
                <a:latin typeface="Calibri"/>
                <a:cs typeface="Calibri"/>
              </a:rPr>
              <a:t>Here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choose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6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different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choice.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909" y="4232960"/>
            <a:ext cx="5427345" cy="1885950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2000" spc="-35" b="1">
                <a:latin typeface="Calibri"/>
                <a:cs typeface="Calibri"/>
              </a:rPr>
              <a:t>2.</a:t>
            </a:r>
            <a:r>
              <a:rPr dirty="0" sz="2000" spc="-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Choice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one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50"/>
              </a:spcBef>
            </a:pPr>
            <a:r>
              <a:rPr dirty="0" sz="2000">
                <a:latin typeface="Calibri"/>
                <a:cs typeface="Calibri"/>
              </a:rPr>
              <a:t>Input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“1”</a:t>
            </a:r>
            <a:endParaRPr sz="2000">
              <a:latin typeface="Calibri"/>
              <a:cs typeface="Calibri"/>
            </a:endParaRPr>
          </a:p>
          <a:p>
            <a:pPr marL="241300" marR="5080">
              <a:lnSpc>
                <a:spcPts val="3670"/>
              </a:lnSpc>
              <a:spcBef>
                <a:spcPts val="135"/>
              </a:spcBef>
            </a:pPr>
            <a:r>
              <a:rPr dirty="0" sz="2000">
                <a:latin typeface="Calibri"/>
                <a:cs typeface="Calibri"/>
              </a:rPr>
              <a:t>Output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new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employee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details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in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management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30909" y="7489113"/>
            <a:ext cx="5367020" cy="1419225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2000" spc="-35" b="1">
                <a:latin typeface="Calibri"/>
                <a:cs typeface="Calibri"/>
              </a:rPr>
              <a:t>3.</a:t>
            </a:r>
            <a:r>
              <a:rPr dirty="0" sz="2000" spc="-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Enter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ID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50"/>
              </a:spcBef>
            </a:pPr>
            <a:r>
              <a:rPr dirty="0" sz="2000">
                <a:latin typeface="Calibri"/>
                <a:cs typeface="Calibri"/>
              </a:rPr>
              <a:t>Input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“ID”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70"/>
              </a:spcBef>
            </a:pPr>
            <a:r>
              <a:rPr dirty="0" sz="2000">
                <a:latin typeface="Calibri"/>
                <a:cs typeface="Calibri"/>
              </a:rPr>
              <a:t>Output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no.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employee.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909" y="1098473"/>
            <a:ext cx="4950460" cy="1882775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2000" spc="-35" b="1">
                <a:latin typeface="Calibri"/>
                <a:cs typeface="Calibri"/>
              </a:rPr>
              <a:t>4.</a:t>
            </a:r>
            <a:r>
              <a:rPr dirty="0" sz="2000" spc="-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Enter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Name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50"/>
              </a:spcBef>
            </a:pPr>
            <a:r>
              <a:rPr dirty="0" sz="2000">
                <a:latin typeface="Calibri"/>
                <a:cs typeface="Calibri"/>
              </a:rPr>
              <a:t>Input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“Name”</a:t>
            </a:r>
            <a:endParaRPr sz="2000">
              <a:latin typeface="Calibri"/>
              <a:cs typeface="Calibri"/>
            </a:endParaRPr>
          </a:p>
          <a:p>
            <a:pPr marL="241300" marR="5080">
              <a:lnSpc>
                <a:spcPct val="152100"/>
              </a:lnSpc>
              <a:spcBef>
                <a:spcPts val="25"/>
              </a:spcBef>
            </a:pPr>
            <a:r>
              <a:rPr dirty="0" sz="2000">
                <a:latin typeface="Calibri"/>
                <a:cs typeface="Calibri"/>
              </a:rPr>
              <a:t>Output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Here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save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employee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full </a:t>
            </a:r>
            <a:r>
              <a:rPr dirty="0" sz="2000" spc="-10">
                <a:latin typeface="Calibri"/>
                <a:cs typeface="Calibri"/>
              </a:rPr>
              <a:t>name.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909" y="3885488"/>
            <a:ext cx="5000625" cy="1888489"/>
          </a:xfrm>
          <a:prstGeom prst="rect">
            <a:avLst/>
          </a:prstGeom>
        </p:spPr>
        <p:txBody>
          <a:bodyPr wrap="square" lIns="0" tIns="174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dirty="0" sz="2000" spc="-35" b="1">
                <a:latin typeface="Calibri"/>
                <a:cs typeface="Calibri"/>
              </a:rPr>
              <a:t>5.</a:t>
            </a:r>
            <a:r>
              <a:rPr dirty="0" sz="2000" spc="-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Enter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Salary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75"/>
              </a:spcBef>
            </a:pPr>
            <a:r>
              <a:rPr dirty="0" sz="2000">
                <a:latin typeface="Calibri"/>
                <a:cs typeface="Calibri"/>
              </a:rPr>
              <a:t>Input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“Salary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Rupees”</a:t>
            </a:r>
            <a:endParaRPr sz="2000">
              <a:latin typeface="Calibri"/>
              <a:cs typeface="Calibri"/>
            </a:endParaRPr>
          </a:p>
          <a:p>
            <a:pPr marL="241300" marR="5080">
              <a:lnSpc>
                <a:spcPts val="3670"/>
              </a:lnSpc>
              <a:spcBef>
                <a:spcPts val="110"/>
              </a:spcBef>
            </a:pPr>
            <a:r>
              <a:rPr dirty="0" sz="2000">
                <a:latin typeface="Calibri"/>
                <a:cs typeface="Calibri"/>
              </a:rPr>
              <a:t>Output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Here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employee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salary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in </a:t>
            </a:r>
            <a:r>
              <a:rPr dirty="0" sz="2000" spc="-10">
                <a:latin typeface="Calibri"/>
                <a:cs typeface="Calibri"/>
              </a:rPr>
              <a:t>Rupees.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30909" y="7141641"/>
            <a:ext cx="5056505" cy="1888489"/>
          </a:xfrm>
          <a:prstGeom prst="rect">
            <a:avLst/>
          </a:prstGeom>
        </p:spPr>
        <p:txBody>
          <a:bodyPr wrap="square" lIns="0" tIns="174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dirty="0" sz="2000" spc="-35" b="1">
                <a:latin typeface="Calibri"/>
                <a:cs typeface="Calibri"/>
              </a:rPr>
              <a:t>6.</a:t>
            </a:r>
            <a:r>
              <a:rPr dirty="0" sz="2000" spc="-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Enter</a:t>
            </a:r>
            <a:r>
              <a:rPr dirty="0" sz="2000" spc="-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Contact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No.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75"/>
              </a:spcBef>
            </a:pPr>
            <a:r>
              <a:rPr dirty="0" sz="2000">
                <a:latin typeface="Calibri"/>
                <a:cs typeface="Calibri"/>
              </a:rPr>
              <a:t>Input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“Contact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No”</a:t>
            </a:r>
            <a:endParaRPr sz="2000">
              <a:latin typeface="Calibri"/>
              <a:cs typeface="Calibri"/>
            </a:endParaRPr>
          </a:p>
          <a:p>
            <a:pPr marL="241300" marR="5080">
              <a:lnSpc>
                <a:spcPts val="3670"/>
              </a:lnSpc>
              <a:spcBef>
                <a:spcPts val="110"/>
              </a:spcBef>
            </a:pPr>
            <a:r>
              <a:rPr dirty="0" sz="2000">
                <a:latin typeface="Calibri"/>
                <a:cs typeface="Calibri"/>
              </a:rPr>
              <a:t>Output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Here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save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employee </a:t>
            </a:r>
            <a:r>
              <a:rPr dirty="0" sz="2000">
                <a:latin typeface="Calibri"/>
                <a:cs typeface="Calibri"/>
              </a:rPr>
              <a:t>contact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no.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909" y="1098473"/>
            <a:ext cx="5196840" cy="1419225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2000" spc="-35" b="1">
                <a:latin typeface="Calibri"/>
                <a:cs typeface="Calibri"/>
              </a:rPr>
              <a:t>7.</a:t>
            </a:r>
            <a:r>
              <a:rPr dirty="0" sz="2000" spc="-12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Enter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email-</a:t>
            </a:r>
            <a:r>
              <a:rPr dirty="0" sz="2000" spc="-25" b="1">
                <a:latin typeface="Calibri"/>
                <a:cs typeface="Calibri"/>
              </a:rPr>
              <a:t>ID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50"/>
              </a:spcBef>
            </a:pPr>
            <a:r>
              <a:rPr dirty="0" sz="2000">
                <a:latin typeface="Calibri"/>
                <a:cs typeface="Calibri"/>
              </a:rPr>
              <a:t>Input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“Enter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email-id”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75"/>
              </a:spcBef>
            </a:pPr>
            <a:r>
              <a:rPr dirty="0" sz="2000">
                <a:latin typeface="Calibri"/>
                <a:cs typeface="Calibri"/>
              </a:rPr>
              <a:t>Output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Here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employee’s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email-</a:t>
            </a:r>
            <a:r>
              <a:rPr dirty="0" sz="2000" spc="-25">
                <a:latin typeface="Calibri"/>
                <a:cs typeface="Calibri"/>
              </a:rPr>
              <a:t>id.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909" y="4355388"/>
            <a:ext cx="5064760" cy="1418590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2000" spc="-35" b="1">
                <a:latin typeface="Calibri"/>
                <a:cs typeface="Calibri"/>
              </a:rPr>
              <a:t>8.</a:t>
            </a:r>
            <a:r>
              <a:rPr dirty="0" sz="2000" spc="-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Choice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two</a:t>
            </a:r>
            <a:endParaRPr sz="2000">
              <a:latin typeface="Calibri"/>
              <a:cs typeface="Calibri"/>
            </a:endParaRPr>
          </a:p>
          <a:p>
            <a:pPr marL="241300" marR="5080">
              <a:lnSpc>
                <a:spcPts val="3670"/>
              </a:lnSpc>
              <a:spcBef>
                <a:spcPts val="110"/>
              </a:spcBef>
            </a:pPr>
            <a:r>
              <a:rPr dirty="0" sz="2000">
                <a:latin typeface="Calibri"/>
                <a:cs typeface="Calibri"/>
              </a:rPr>
              <a:t>Here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search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employee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work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in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10">
                <a:latin typeface="Calibri"/>
                <a:cs typeface="Calibri"/>
              </a:rPr>
              <a:t> company.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30909" y="7141641"/>
            <a:ext cx="4827270" cy="1888489"/>
          </a:xfrm>
          <a:prstGeom prst="rect">
            <a:avLst/>
          </a:prstGeom>
        </p:spPr>
        <p:txBody>
          <a:bodyPr wrap="square" lIns="0" tIns="174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dirty="0" sz="2000" spc="-35" b="1">
                <a:latin typeface="Calibri"/>
                <a:cs typeface="Calibri"/>
              </a:rPr>
              <a:t>9.</a:t>
            </a:r>
            <a:r>
              <a:rPr dirty="0" sz="2000" spc="-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Choice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two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75"/>
              </a:spcBef>
            </a:pPr>
            <a:r>
              <a:rPr dirty="0" sz="2000">
                <a:latin typeface="Calibri"/>
                <a:cs typeface="Calibri"/>
              </a:rPr>
              <a:t>Input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“Any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employee’s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ID.</a:t>
            </a:r>
            <a:endParaRPr sz="2000">
              <a:latin typeface="Calibri"/>
              <a:cs typeface="Calibri"/>
            </a:endParaRPr>
          </a:p>
          <a:p>
            <a:pPr marL="241300" marR="5080">
              <a:lnSpc>
                <a:spcPts val="3670"/>
              </a:lnSpc>
              <a:spcBef>
                <a:spcPts val="110"/>
              </a:spcBef>
            </a:pPr>
            <a:r>
              <a:rPr dirty="0" sz="2000">
                <a:latin typeface="Calibri"/>
                <a:cs typeface="Calibri"/>
              </a:rPr>
              <a:t>Output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write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employee’s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this </a:t>
            </a:r>
            <a:r>
              <a:rPr dirty="0" sz="2000">
                <a:latin typeface="Calibri"/>
                <a:cs typeface="Calibri"/>
              </a:rPr>
              <a:t>project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employee’s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details.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909" y="629463"/>
            <a:ext cx="5125720" cy="1421765"/>
          </a:xfrm>
          <a:prstGeom prst="rect">
            <a:avLst/>
          </a:prstGeom>
        </p:spPr>
        <p:txBody>
          <a:bodyPr wrap="square" lIns="0" tIns="173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  <a:tabLst>
                <a:tab pos="697865" algn="l"/>
              </a:tabLst>
            </a:pPr>
            <a:r>
              <a:rPr dirty="0" sz="2000" spc="-25" b="1">
                <a:latin typeface="Calibri"/>
                <a:cs typeface="Calibri"/>
              </a:rPr>
              <a:t>10.</a:t>
            </a:r>
            <a:r>
              <a:rPr dirty="0" sz="2000" b="1">
                <a:latin typeface="Calibri"/>
                <a:cs typeface="Calibri"/>
              </a:rPr>
              <a:t>	Choice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three</a:t>
            </a:r>
            <a:endParaRPr sz="2000">
              <a:latin typeface="Calibri"/>
              <a:cs typeface="Calibri"/>
            </a:endParaRPr>
          </a:p>
          <a:p>
            <a:pPr marL="241300" marR="5080">
              <a:lnSpc>
                <a:spcPct val="152100"/>
              </a:lnSpc>
              <a:spcBef>
                <a:spcPts val="25"/>
              </a:spcBef>
            </a:pPr>
            <a:r>
              <a:rPr dirty="0" sz="2000">
                <a:latin typeface="Calibri"/>
                <a:cs typeface="Calibri"/>
              </a:rPr>
              <a:t>Here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employee’s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Name, </a:t>
            </a:r>
            <a:r>
              <a:rPr dirty="0" sz="2000">
                <a:latin typeface="Calibri"/>
                <a:cs typeface="Calibri"/>
              </a:rPr>
              <a:t>Salary,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Contact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Email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ID.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909" y="3885488"/>
            <a:ext cx="4897120" cy="958850"/>
          </a:xfrm>
          <a:prstGeom prst="rect">
            <a:avLst/>
          </a:prstGeom>
        </p:spPr>
        <p:txBody>
          <a:bodyPr wrap="square" lIns="0" tIns="174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75"/>
              </a:spcBef>
              <a:tabLst>
                <a:tab pos="697865" algn="l"/>
              </a:tabLst>
            </a:pPr>
            <a:r>
              <a:rPr dirty="0" sz="2000" spc="-25" b="1">
                <a:latin typeface="Calibri"/>
                <a:cs typeface="Calibri"/>
              </a:rPr>
              <a:t>11.</a:t>
            </a:r>
            <a:r>
              <a:rPr dirty="0" sz="2000" b="1">
                <a:latin typeface="Calibri"/>
                <a:cs typeface="Calibri"/>
              </a:rPr>
              <a:t>	Choice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four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75"/>
              </a:spcBef>
            </a:pPr>
            <a:r>
              <a:rPr dirty="0" sz="2000">
                <a:latin typeface="Calibri"/>
                <a:cs typeface="Calibri"/>
              </a:rPr>
              <a:t>Here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remove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employee’s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details.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30909" y="6681647"/>
            <a:ext cx="5496560" cy="1878964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  <a:tabLst>
                <a:tab pos="697865" algn="l"/>
              </a:tabLst>
            </a:pPr>
            <a:r>
              <a:rPr dirty="0" sz="2000" spc="-25" b="1">
                <a:latin typeface="Calibri"/>
                <a:cs typeface="Calibri"/>
              </a:rPr>
              <a:t>12.</a:t>
            </a:r>
            <a:r>
              <a:rPr dirty="0" sz="2000" b="1">
                <a:latin typeface="Calibri"/>
                <a:cs typeface="Calibri"/>
              </a:rPr>
              <a:t>	Choice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five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45"/>
              </a:spcBef>
            </a:pPr>
            <a:r>
              <a:rPr dirty="0" sz="2000">
                <a:latin typeface="Calibri"/>
                <a:cs typeface="Calibri"/>
              </a:rPr>
              <a:t>Input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“Choice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five”</a:t>
            </a:r>
            <a:endParaRPr sz="2000">
              <a:latin typeface="Calibri"/>
              <a:cs typeface="Calibri"/>
            </a:endParaRPr>
          </a:p>
          <a:p>
            <a:pPr marL="241300" marR="5080">
              <a:lnSpc>
                <a:spcPct val="151000"/>
              </a:lnSpc>
              <a:spcBef>
                <a:spcPts val="50"/>
              </a:spcBef>
            </a:pPr>
            <a:r>
              <a:rPr dirty="0" sz="2000">
                <a:latin typeface="Calibri"/>
                <a:cs typeface="Calibri"/>
              </a:rPr>
              <a:t>Output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employee’s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details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work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company.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909" y="629463"/>
            <a:ext cx="5250815" cy="1888489"/>
          </a:xfrm>
          <a:prstGeom prst="rect">
            <a:avLst/>
          </a:prstGeom>
        </p:spPr>
        <p:txBody>
          <a:bodyPr wrap="square" lIns="0" tIns="173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  <a:tabLst>
                <a:tab pos="697865" algn="l"/>
              </a:tabLst>
            </a:pPr>
            <a:r>
              <a:rPr dirty="0" sz="2000" spc="-25" b="1">
                <a:latin typeface="Calibri"/>
                <a:cs typeface="Calibri"/>
              </a:rPr>
              <a:t>13.</a:t>
            </a:r>
            <a:r>
              <a:rPr dirty="0" sz="2000" b="1">
                <a:latin typeface="Calibri"/>
                <a:cs typeface="Calibri"/>
              </a:rPr>
              <a:t>	Choice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six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75"/>
              </a:spcBef>
            </a:pPr>
            <a:r>
              <a:rPr dirty="0" sz="2000">
                <a:latin typeface="Calibri"/>
                <a:cs typeface="Calibri"/>
              </a:rPr>
              <a:t>Input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“Choice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six”</a:t>
            </a:r>
            <a:endParaRPr sz="2000">
              <a:latin typeface="Calibri"/>
              <a:cs typeface="Calibri"/>
            </a:endParaRPr>
          </a:p>
          <a:p>
            <a:pPr marL="241300" marR="5080">
              <a:lnSpc>
                <a:spcPts val="3670"/>
              </a:lnSpc>
              <a:spcBef>
                <a:spcPts val="114"/>
              </a:spcBef>
            </a:pPr>
            <a:r>
              <a:rPr dirty="0" sz="2000">
                <a:latin typeface="Calibri"/>
                <a:cs typeface="Calibri"/>
              </a:rPr>
              <a:t>Output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choose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choice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six,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close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your </a:t>
            </a:r>
            <a:r>
              <a:rPr dirty="0" sz="2000" spc="-10">
                <a:latin typeface="Calibri"/>
                <a:cs typeface="Calibri"/>
              </a:rPr>
              <a:t>work/this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project.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42541" y="804418"/>
            <a:ext cx="321500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u="sng" sz="20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LEARNING</a:t>
            </a:r>
            <a:r>
              <a:rPr dirty="0" u="sng" sz="2000" spc="-8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DURING</a:t>
            </a:r>
            <a:r>
              <a:rPr dirty="0" u="sng" sz="2000" spc="-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909" y="1813686"/>
            <a:ext cx="5472430" cy="68865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414020" indent="-227965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414020" algn="l"/>
              </a:tabLst>
            </a:pPr>
            <a:r>
              <a:rPr dirty="0" sz="1600">
                <a:latin typeface="Times New Roman"/>
                <a:cs typeface="Times New Roman"/>
              </a:rPr>
              <a:t>Choose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simple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project</a:t>
            </a:r>
            <a:endParaRPr sz="1600">
              <a:latin typeface="Times New Roman"/>
              <a:cs typeface="Times New Roman"/>
            </a:endParaRPr>
          </a:p>
          <a:p>
            <a:pPr algn="just" lvl="1" marL="698500" marR="55880" indent="-228600">
              <a:lnSpc>
                <a:spcPts val="1850"/>
              </a:lnSpc>
              <a:spcBef>
                <a:spcPts val="145"/>
              </a:spcBef>
              <a:buFont typeface="Symbol"/>
              <a:buChar char=""/>
              <a:tabLst>
                <a:tab pos="698500" algn="l"/>
              </a:tabLst>
            </a:pPr>
            <a:r>
              <a:rPr dirty="0" sz="1600">
                <a:latin typeface="Times New Roman"/>
                <a:cs typeface="Times New Roman"/>
              </a:rPr>
              <a:t>Select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small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project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idea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aligns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current </a:t>
            </a:r>
            <a:r>
              <a:rPr dirty="0" sz="1600">
                <a:latin typeface="Times New Roman"/>
                <a:cs typeface="Times New Roman"/>
              </a:rPr>
              <a:t>level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Java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language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knowledge.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Example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could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include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Employee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Management</a:t>
            </a:r>
            <a:r>
              <a:rPr dirty="0" sz="1600" spc="-10">
                <a:latin typeface="Times New Roman"/>
                <a:cs typeface="Times New Roman"/>
              </a:rPr>
              <a:t> System.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10"/>
              </a:spcBef>
            </a:pP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AutoNum type="arabicPeriod"/>
              <a:tabLst>
                <a:tab pos="240665" algn="l"/>
              </a:tabLst>
            </a:pPr>
            <a:r>
              <a:rPr dirty="0" sz="1600" spc="-10">
                <a:latin typeface="Times New Roman"/>
                <a:cs typeface="Times New Roman"/>
              </a:rPr>
              <a:t>Study</a:t>
            </a:r>
            <a:r>
              <a:rPr dirty="0" sz="1600" spc="-9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Relevant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Concepts</a:t>
            </a:r>
            <a:endParaRPr sz="1600">
              <a:latin typeface="Times New Roman"/>
              <a:cs typeface="Times New Roman"/>
            </a:endParaRPr>
          </a:p>
          <a:p>
            <a:pPr lvl="1" marL="698500" marR="156210" indent="-228600">
              <a:lnSpc>
                <a:spcPct val="96300"/>
              </a:lnSpc>
              <a:spcBef>
                <a:spcPts val="70"/>
              </a:spcBef>
              <a:buFont typeface="Symbol"/>
              <a:buChar char=""/>
              <a:tabLst>
                <a:tab pos="698500" algn="l"/>
              </a:tabLst>
            </a:pP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encounter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new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concepts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functions,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refer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to </a:t>
            </a:r>
            <a:r>
              <a:rPr dirty="0" sz="1600">
                <a:latin typeface="Times New Roman"/>
                <a:cs typeface="Times New Roman"/>
              </a:rPr>
              <a:t>Java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language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documentation,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textbooks,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online </a:t>
            </a:r>
            <a:r>
              <a:rPr dirty="0" sz="1600">
                <a:latin typeface="Times New Roman"/>
                <a:cs typeface="Times New Roman"/>
              </a:rPr>
              <a:t>tutorials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10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understand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them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batter.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Topics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like</a:t>
            </a:r>
            <a:r>
              <a:rPr dirty="0" sz="1600" spc="-8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variables, </a:t>
            </a:r>
            <a:r>
              <a:rPr dirty="0" sz="1600">
                <a:latin typeface="Times New Roman"/>
                <a:cs typeface="Times New Roman"/>
              </a:rPr>
              <a:t>loops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functions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are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essential.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785"/>
              </a:spcBef>
              <a:buFont typeface="Symbol"/>
              <a:buChar char=""/>
            </a:pPr>
            <a:endParaRPr sz="1600">
              <a:latin typeface="Times New Roman"/>
              <a:cs typeface="Times New Roman"/>
            </a:endParaRPr>
          </a:p>
          <a:p>
            <a:pPr algn="just" marL="240665" indent="-227965">
              <a:lnSpc>
                <a:spcPct val="100000"/>
              </a:lnSpc>
              <a:buAutoNum type="arabicPeriod"/>
              <a:tabLst>
                <a:tab pos="240665" algn="l"/>
              </a:tabLst>
            </a:pPr>
            <a:r>
              <a:rPr dirty="0" sz="1600" spc="-10">
                <a:latin typeface="Times New Roman"/>
                <a:cs typeface="Times New Roman"/>
              </a:rPr>
              <a:t>Write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code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incrementally</a:t>
            </a:r>
            <a:endParaRPr sz="1600">
              <a:latin typeface="Times New Roman"/>
              <a:cs typeface="Times New Roman"/>
            </a:endParaRPr>
          </a:p>
          <a:p>
            <a:pPr algn="just" lvl="1" marL="698500" marR="47625" indent="-228600">
              <a:lnSpc>
                <a:spcPts val="1850"/>
              </a:lnSpc>
              <a:spcBef>
                <a:spcPts val="120"/>
              </a:spcBef>
              <a:buFont typeface="Symbol"/>
              <a:buChar char=""/>
              <a:tabLst>
                <a:tab pos="698500" algn="l"/>
              </a:tabLst>
            </a:pPr>
            <a:r>
              <a:rPr dirty="0" sz="1600">
                <a:latin typeface="Times New Roman"/>
                <a:cs typeface="Times New Roman"/>
              </a:rPr>
              <a:t>Start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basics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build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project</a:t>
            </a:r>
            <a:r>
              <a:rPr dirty="0" sz="1600" spc="-10">
                <a:latin typeface="Times New Roman"/>
                <a:cs typeface="Times New Roman"/>
              </a:rPr>
              <a:t> incrementally. </a:t>
            </a:r>
            <a:r>
              <a:rPr dirty="0" sz="1600">
                <a:latin typeface="Times New Roman"/>
                <a:cs typeface="Times New Roman"/>
              </a:rPr>
              <a:t>Test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each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part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go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ensure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works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before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moving </a:t>
            </a:r>
            <a:r>
              <a:rPr dirty="0" sz="1600">
                <a:latin typeface="Times New Roman"/>
                <a:cs typeface="Times New Roman"/>
              </a:rPr>
              <a:t>on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next.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685"/>
              </a:spcBef>
              <a:buFont typeface="Symbol"/>
              <a:buChar char=""/>
            </a:pPr>
            <a:endParaRPr sz="1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AutoNum type="arabicPeriod"/>
              <a:tabLst>
                <a:tab pos="240665" algn="l"/>
              </a:tabLst>
            </a:pPr>
            <a:r>
              <a:rPr dirty="0" sz="1600" spc="-10">
                <a:latin typeface="Times New Roman"/>
                <a:cs typeface="Times New Roman"/>
              </a:rPr>
              <a:t>Debugging</a:t>
            </a:r>
            <a:endParaRPr sz="1600">
              <a:latin typeface="Times New Roman"/>
              <a:cs typeface="Times New Roman"/>
            </a:endParaRPr>
          </a:p>
          <a:p>
            <a:pPr lvl="1" marL="698500" marR="65405" indent="-228600">
              <a:lnSpc>
                <a:spcPct val="96300"/>
              </a:lnSpc>
              <a:spcBef>
                <a:spcPts val="95"/>
              </a:spcBef>
              <a:buFont typeface="Symbol"/>
              <a:buChar char=""/>
              <a:tabLst>
                <a:tab pos="698500" algn="l"/>
              </a:tabLst>
            </a:pPr>
            <a:r>
              <a:rPr dirty="0" sz="1600">
                <a:latin typeface="Times New Roman"/>
                <a:cs typeface="Times New Roman"/>
              </a:rPr>
              <a:t>Debugging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important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part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learning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process. </a:t>
            </a:r>
            <a:r>
              <a:rPr dirty="0" sz="1600">
                <a:latin typeface="Times New Roman"/>
                <a:cs typeface="Times New Roman"/>
              </a:rPr>
              <a:t>When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encounter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errors,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</a:t>
            </a:r>
            <a:r>
              <a:rPr dirty="0" sz="1600" spc="-1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debugging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tools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9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print </a:t>
            </a:r>
            <a:r>
              <a:rPr dirty="0" sz="1600">
                <a:latin typeface="Times New Roman"/>
                <a:cs typeface="Times New Roman"/>
              </a:rPr>
              <a:t>statements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identify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fix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them.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760"/>
              </a:spcBef>
              <a:buFont typeface="Symbol"/>
              <a:buChar char=""/>
            </a:pPr>
            <a:endParaRPr sz="1600">
              <a:latin typeface="Times New Roman"/>
              <a:cs typeface="Times New Roman"/>
            </a:endParaRPr>
          </a:p>
          <a:p>
            <a:pPr marL="322580" indent="-227965">
              <a:lnSpc>
                <a:spcPct val="100000"/>
              </a:lnSpc>
              <a:buAutoNum type="arabicPeriod"/>
              <a:tabLst>
                <a:tab pos="322580" algn="l"/>
              </a:tabLst>
            </a:pPr>
            <a:r>
              <a:rPr dirty="0" sz="1600">
                <a:latin typeface="Times New Roman"/>
                <a:cs typeface="Times New Roman"/>
              </a:rPr>
              <a:t>Share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Discuss</a:t>
            </a:r>
            <a:endParaRPr sz="1600">
              <a:latin typeface="Times New Roman"/>
              <a:cs typeface="Times New Roman"/>
            </a:endParaRPr>
          </a:p>
          <a:p>
            <a:pPr lvl="1" marL="698500" marR="5080" indent="-228600">
              <a:lnSpc>
                <a:spcPts val="1850"/>
              </a:lnSpc>
              <a:spcBef>
                <a:spcPts val="145"/>
              </a:spcBef>
              <a:buFont typeface="Symbol"/>
              <a:buChar char=""/>
              <a:tabLst>
                <a:tab pos="698500" algn="l"/>
              </a:tabLst>
            </a:pPr>
            <a:r>
              <a:rPr dirty="0" sz="1600">
                <a:latin typeface="Times New Roman"/>
                <a:cs typeface="Times New Roman"/>
              </a:rPr>
              <a:t>Share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your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project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others,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whether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it’s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friends, </a:t>
            </a:r>
            <a:r>
              <a:rPr dirty="0" sz="1600">
                <a:latin typeface="Times New Roman"/>
                <a:cs typeface="Times New Roman"/>
              </a:rPr>
              <a:t>mentors,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online</a:t>
            </a:r>
            <a:r>
              <a:rPr dirty="0" sz="1600" spc="-9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communities.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Discussing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your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code</a:t>
            </a:r>
            <a:r>
              <a:rPr dirty="0" sz="1600" spc="-7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can </a:t>
            </a:r>
            <a:r>
              <a:rPr dirty="0" sz="1600">
                <a:latin typeface="Times New Roman"/>
                <a:cs typeface="Times New Roman"/>
              </a:rPr>
              <a:t>lead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valuable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insights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suggestions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improvement.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88135" y="792225"/>
            <a:ext cx="4293235" cy="15455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97790">
              <a:lnSpc>
                <a:spcPct val="100000"/>
              </a:lnSpc>
              <a:spcBef>
                <a:spcPts val="90"/>
              </a:spcBef>
            </a:pPr>
            <a:r>
              <a:rPr dirty="0" u="sng" sz="20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BIBLIOGRAPHY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900" spc="-10">
                <a:latin typeface="Calibri"/>
                <a:cs typeface="Calibri"/>
              </a:rPr>
              <a:t>Online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Refrances</a:t>
            </a:r>
            <a:endParaRPr sz="1900">
              <a:latin typeface="Calibri"/>
              <a:cs typeface="Calibri"/>
            </a:endParaRPr>
          </a:p>
          <a:p>
            <a:pPr lvl="1" marL="468630" indent="-227329">
              <a:lnSpc>
                <a:spcPts val="2265"/>
              </a:lnSpc>
              <a:spcBef>
                <a:spcPts val="70"/>
              </a:spcBef>
              <a:buAutoNum type="arabicPeriod"/>
              <a:tabLst>
                <a:tab pos="468630" algn="l"/>
              </a:tabLst>
            </a:pPr>
            <a:r>
              <a:rPr dirty="0" sz="1900" spc="-10">
                <a:latin typeface="Calibri"/>
                <a:cs typeface="Calibri"/>
              </a:rPr>
              <a:t>“Javatutorial”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→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W3Schools,</a:t>
            </a:r>
            <a:r>
              <a:rPr dirty="0" sz="1900" spc="-50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Javapoint</a:t>
            </a:r>
            <a:endParaRPr sz="1900">
              <a:latin typeface="Times New Roman"/>
              <a:cs typeface="Times New Roman"/>
            </a:endParaRPr>
          </a:p>
          <a:p>
            <a:pPr lvl="1" marL="468630" indent="-227329">
              <a:lnSpc>
                <a:spcPts val="2385"/>
              </a:lnSpc>
              <a:buFont typeface="Calibri"/>
              <a:buAutoNum type="arabicPeriod"/>
              <a:tabLst>
                <a:tab pos="468630" algn="l"/>
              </a:tabLst>
            </a:pPr>
            <a:r>
              <a:rPr dirty="0" sz="1900">
                <a:latin typeface="Times New Roman"/>
                <a:cs typeface="Times New Roman"/>
              </a:rPr>
              <a:t>YouTube</a:t>
            </a:r>
            <a:r>
              <a:rPr dirty="0" sz="19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→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‘Codewithherry’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8635"/>
              </a:lnSpc>
              <a:spcBef>
                <a:spcPts val="100"/>
              </a:spcBef>
            </a:pPr>
            <a:r>
              <a:rPr dirty="0" spc="-505"/>
              <a:t>THANK</a:t>
            </a:r>
            <a:r>
              <a:rPr dirty="0" spc="440"/>
              <a:t> </a:t>
            </a:r>
            <a:r>
              <a:rPr dirty="0" spc="-570"/>
              <a:t>YOU</a:t>
            </a:r>
          </a:p>
          <a:p>
            <a:pPr algn="ctr" marL="11430">
              <a:lnSpc>
                <a:spcPts val="1914"/>
              </a:lnSpc>
            </a:pPr>
            <a:r>
              <a:rPr dirty="0" sz="1600" spc="-10"/>
              <a:t>(Specially,</a:t>
            </a:r>
            <a:r>
              <a:rPr dirty="0" sz="1600" spc="-25"/>
              <a:t> </a:t>
            </a:r>
            <a:r>
              <a:rPr dirty="0" sz="1600"/>
              <a:t>To</a:t>
            </a:r>
            <a:r>
              <a:rPr dirty="0" sz="1600" spc="-60"/>
              <a:t> </a:t>
            </a:r>
            <a:r>
              <a:rPr dirty="0" sz="1600"/>
              <a:t>our</a:t>
            </a:r>
            <a:r>
              <a:rPr dirty="0" sz="1600" spc="-35"/>
              <a:t> </a:t>
            </a:r>
            <a:r>
              <a:rPr dirty="0" sz="1600"/>
              <a:t>project</a:t>
            </a:r>
            <a:r>
              <a:rPr dirty="0" sz="1600" spc="-10"/>
              <a:t> </a:t>
            </a:r>
            <a:r>
              <a:rPr dirty="0" sz="1600"/>
              <a:t>guide</a:t>
            </a:r>
            <a:r>
              <a:rPr dirty="0" sz="1600" spc="-65"/>
              <a:t> </a:t>
            </a:r>
            <a:r>
              <a:rPr dirty="0" sz="1600" spc="-20"/>
              <a:t>Shivaniba</a:t>
            </a:r>
            <a:r>
              <a:rPr dirty="0" sz="1600" spc="-105"/>
              <a:t> </a:t>
            </a:r>
            <a:r>
              <a:rPr dirty="0" sz="1600" spc="-10"/>
              <a:t>Bhadoriya)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dc:title>A project report on</dc:title>
  <dcterms:created xsi:type="dcterms:W3CDTF">2024-04-10T06:44:19Z</dcterms:created>
  <dcterms:modified xsi:type="dcterms:W3CDTF">2024-04-10T06:44:19Z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2024-04-10T00:00:00Z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2024-04-10T00:00:00Z</vt:filetime>
  </property>
  <property fmtid="{D5CDD505-2E9C-101B-9397-08002B2CF9AE}" pid="5" name="Producer">
    <vt:lpwstr>www.ilovepdf.com</vt:lpwstr>
  </property>
</Properties>
</file>